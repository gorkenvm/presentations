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0"/>
  </p:notesMasterIdLst>
  <p:sldIdLst>
    <p:sldId id="637" r:id="rId3"/>
    <p:sldId id="641" r:id="rId4"/>
    <p:sldId id="642" r:id="rId5"/>
    <p:sldId id="643" r:id="rId6"/>
    <p:sldId id="644" r:id="rId7"/>
    <p:sldId id="645" r:id="rId8"/>
    <p:sldId id="646" r:id="rId9"/>
    <p:sldId id="639" r:id="rId10"/>
    <p:sldId id="647" r:id="rId11"/>
    <p:sldId id="648" r:id="rId12"/>
    <p:sldId id="649" r:id="rId13"/>
    <p:sldId id="650" r:id="rId14"/>
    <p:sldId id="651" r:id="rId15"/>
    <p:sldId id="652" r:id="rId16"/>
    <p:sldId id="653" r:id="rId17"/>
    <p:sldId id="654" r:id="rId18"/>
    <p:sldId id="655" r:id="rId19"/>
    <p:sldId id="664" r:id="rId20"/>
    <p:sldId id="674" r:id="rId21"/>
    <p:sldId id="670" r:id="rId22"/>
    <p:sldId id="671" r:id="rId23"/>
    <p:sldId id="672" r:id="rId24"/>
    <p:sldId id="673" r:id="rId25"/>
    <p:sldId id="634" r:id="rId26"/>
    <p:sldId id="668" r:id="rId27"/>
    <p:sldId id="679" r:id="rId28"/>
    <p:sldId id="681" r:id="rId2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FFC7"/>
    <a:srgbClr val="03523C"/>
    <a:srgbClr val="BE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78824" autoAdjust="0"/>
  </p:normalViewPr>
  <p:slideViewPr>
    <p:cSldViewPr snapToGrid="0" snapToObjects="1">
      <p:cViewPr varScale="1">
        <p:scale>
          <a:sx n="39" d="100"/>
          <a:sy n="39" d="100"/>
        </p:scale>
        <p:origin x="138" y="22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kan Çanakçi" userId="5e1028c6819fbda4" providerId="LiveId" clId="{2B6D4D45-3545-4F83-ACB2-53875478D52F}"/>
    <pc:docChg chg="modSld">
      <pc:chgData name="Gurkan Çanakçi" userId="5e1028c6819fbda4" providerId="LiveId" clId="{2B6D4D45-3545-4F83-ACB2-53875478D52F}" dt="2026-07-07T07:44:40.362" v="1" actId="20577"/>
      <pc:docMkLst>
        <pc:docMk/>
      </pc:docMkLst>
      <pc:sldChg chg="modNotesTx">
        <pc:chgData name="Gurkan Çanakçi" userId="5e1028c6819fbda4" providerId="LiveId" clId="{2B6D4D45-3545-4F83-ACB2-53875478D52F}" dt="2026-07-07T07:44:40.362" v="1" actId="20577"/>
        <pc:sldMkLst>
          <pc:docMk/>
          <pc:sldMk cId="3059784590" sldId="669"/>
        </pc:sldMkLst>
      </pc:sldChg>
      <pc:sldChg chg="modNotesTx">
        <pc:chgData name="Gurkan Çanakçi" userId="5e1028c6819fbda4" providerId="LiveId" clId="{2B6D4D45-3545-4F83-ACB2-53875478D52F}" dt="2026-07-07T07:44:15.531" v="0" actId="20577"/>
        <pc:sldMkLst>
          <pc:docMk/>
          <pc:sldMk cId="3434629816" sldId="6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İleri </a:t>
            </a:r>
            <a:r>
              <a:rPr lang="de-DE" b="1" dirty="0" err="1"/>
              <a:t>Yayılım</a:t>
            </a:r>
            <a:r>
              <a:rPr lang="de-DE" b="1" dirty="0"/>
              <a:t> (Forward Propagation)</a:t>
            </a:r>
          </a:p>
          <a:p>
            <a:r>
              <a:rPr lang="de-DE" dirty="0" err="1"/>
              <a:t>Verinin</a:t>
            </a:r>
            <a:r>
              <a:rPr lang="de-DE" dirty="0"/>
              <a:t> </a:t>
            </a:r>
            <a:r>
              <a:rPr lang="de-DE" dirty="0" err="1"/>
              <a:t>ağ</a:t>
            </a:r>
            <a:r>
              <a:rPr lang="de-DE" dirty="0"/>
              <a:t> </a:t>
            </a:r>
            <a:r>
              <a:rPr lang="de-DE" dirty="0" err="1"/>
              <a:t>boyunca</a:t>
            </a:r>
            <a:r>
              <a:rPr lang="de-DE" dirty="0"/>
              <a:t> </a:t>
            </a:r>
            <a:r>
              <a:rPr lang="de-DE" b="1" dirty="0" err="1"/>
              <a:t>girdiden</a:t>
            </a:r>
            <a:r>
              <a:rPr lang="de-DE" b="1" dirty="0"/>
              <a:t> </a:t>
            </a:r>
            <a:r>
              <a:rPr lang="de-DE" b="1" dirty="0" err="1"/>
              <a:t>çıktıya</a:t>
            </a:r>
            <a:r>
              <a:rPr lang="de-DE" dirty="0"/>
              <a:t> </a:t>
            </a:r>
            <a:r>
              <a:rPr lang="de-DE" dirty="0" err="1"/>
              <a:t>doğru</a:t>
            </a:r>
            <a:r>
              <a:rPr lang="de-DE" dirty="0"/>
              <a:t> </a:t>
            </a:r>
            <a:r>
              <a:rPr lang="de-DE" dirty="0" err="1"/>
              <a:t>akışıdır</a:t>
            </a:r>
            <a:r>
              <a:rPr lang="de-DE" dirty="0"/>
              <a:t>. Her </a:t>
            </a:r>
            <a:r>
              <a:rPr lang="de-DE" dirty="0" err="1"/>
              <a:t>katmanda</a:t>
            </a:r>
            <a:r>
              <a:rPr lang="de-DE" dirty="0"/>
              <a:t> </a:t>
            </a:r>
            <a:r>
              <a:rPr lang="de-DE" dirty="0" err="1"/>
              <a:t>şu</a:t>
            </a:r>
            <a:r>
              <a:rPr lang="de-DE" dirty="0"/>
              <a:t> </a:t>
            </a:r>
            <a:r>
              <a:rPr lang="de-DE" dirty="0" err="1"/>
              <a:t>işlem</a:t>
            </a:r>
            <a:r>
              <a:rPr lang="de-DE" dirty="0"/>
              <a:t> </a:t>
            </a:r>
            <a:r>
              <a:rPr lang="de-DE" dirty="0" err="1"/>
              <a:t>yapılır</a:t>
            </a:r>
            <a:r>
              <a:rPr lang="de-DE" dirty="0"/>
              <a:t>:</a:t>
            </a:r>
          </a:p>
          <a:p>
            <a:r>
              <a:rPr lang="de-DE" dirty="0"/>
              <a:t>Gelen </a:t>
            </a:r>
            <a:r>
              <a:rPr lang="de-DE" dirty="0" err="1"/>
              <a:t>değerler</a:t>
            </a:r>
            <a:r>
              <a:rPr lang="de-DE" dirty="0"/>
              <a:t> </a:t>
            </a:r>
            <a:r>
              <a:rPr lang="de-DE" b="1" dirty="0" err="1"/>
              <a:t>ağırlıklarla</a:t>
            </a:r>
            <a:r>
              <a:rPr lang="de-DE" dirty="0"/>
              <a:t> </a:t>
            </a:r>
            <a:r>
              <a:rPr lang="de-DE" dirty="0" err="1"/>
              <a:t>çarpılır</a:t>
            </a:r>
            <a:endParaRPr lang="de-DE" dirty="0"/>
          </a:p>
          <a:p>
            <a:r>
              <a:rPr lang="de-DE" b="1" dirty="0"/>
              <a:t>Bias</a:t>
            </a:r>
            <a:r>
              <a:rPr lang="de-DE" dirty="0"/>
              <a:t> (</a:t>
            </a:r>
            <a:r>
              <a:rPr lang="de-DE" dirty="0" err="1"/>
              <a:t>sapma</a:t>
            </a:r>
            <a:r>
              <a:rPr lang="de-DE" dirty="0"/>
              <a:t> </a:t>
            </a:r>
            <a:r>
              <a:rPr lang="de-DE" dirty="0" err="1"/>
              <a:t>değeri</a:t>
            </a:r>
            <a:r>
              <a:rPr lang="de-DE" dirty="0"/>
              <a:t>) </a:t>
            </a:r>
            <a:r>
              <a:rPr lang="de-DE" dirty="0" err="1"/>
              <a:t>eklenir</a:t>
            </a:r>
            <a:endParaRPr lang="de-DE" dirty="0"/>
          </a:p>
          <a:p>
            <a:r>
              <a:rPr lang="de-DE" dirty="0" err="1"/>
              <a:t>Sonuç</a:t>
            </a:r>
            <a:r>
              <a:rPr lang="de-DE" dirty="0"/>
              <a:t> </a:t>
            </a:r>
            <a:r>
              <a:rPr lang="de-DE" b="1" dirty="0" err="1"/>
              <a:t>aktivasyon</a:t>
            </a:r>
            <a:r>
              <a:rPr lang="de-DE" b="1" dirty="0"/>
              <a:t> </a:t>
            </a:r>
            <a:r>
              <a:rPr lang="de-DE" b="1" dirty="0" err="1"/>
              <a:t>fonksiyonundan</a:t>
            </a:r>
            <a:r>
              <a:rPr lang="de-DE" dirty="0"/>
              <a:t> </a:t>
            </a:r>
            <a:r>
              <a:rPr lang="de-DE" dirty="0" err="1"/>
              <a:t>geçirilir</a:t>
            </a:r>
            <a:r>
              <a:rPr lang="de-DE" dirty="0"/>
              <a:t> (</a:t>
            </a:r>
            <a:r>
              <a:rPr lang="de-DE" dirty="0" err="1"/>
              <a:t>ReLU</a:t>
            </a:r>
            <a:r>
              <a:rPr lang="de-DE" dirty="0"/>
              <a:t>, Sigmoid </a:t>
            </a:r>
            <a:r>
              <a:rPr lang="de-DE" dirty="0" err="1"/>
              <a:t>vb</a:t>
            </a:r>
            <a:r>
              <a:rPr lang="de-DE" dirty="0"/>
              <a:t>.)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1224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3772E-2F2F-8D73-587B-BC52EEC08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82E235F-2FD0-77FD-E38A-94BE6A426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8909FF-BD38-A1CD-6BD1-0F88FDBCF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8211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2072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5DB61-0767-B43D-0758-9E672286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75501B-C0FB-D329-2BF2-0EA12A010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FFE50B-A322-A3FA-CE43-A05821971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Gradient </a:t>
            </a:r>
            <a:r>
              <a:rPr lang="de-DE" b="1" dirty="0" err="1"/>
              <a:t>Vanishing</a:t>
            </a:r>
            <a:r>
              <a:rPr lang="de-DE" b="1" dirty="0"/>
              <a:t> (</a:t>
            </a:r>
            <a:r>
              <a:rPr lang="de-DE" b="1" dirty="0" err="1"/>
              <a:t>Gradyan</a:t>
            </a:r>
            <a:r>
              <a:rPr lang="de-DE" b="1" dirty="0"/>
              <a:t> </a:t>
            </a:r>
            <a:r>
              <a:rPr lang="de-DE" b="1" dirty="0" err="1"/>
              <a:t>Sönmesi</a:t>
            </a:r>
            <a:r>
              <a:rPr lang="de-DE" b="1" dirty="0"/>
              <a:t>)</a:t>
            </a:r>
          </a:p>
          <a:p>
            <a:r>
              <a:rPr lang="de-DE" b="1" dirty="0"/>
              <a:t>Ne </a:t>
            </a:r>
            <a:r>
              <a:rPr lang="de-DE" b="1" dirty="0" err="1"/>
              <a:t>olur</a:t>
            </a:r>
            <a:r>
              <a:rPr lang="de-DE" b="1" dirty="0"/>
              <a:t>:</a:t>
            </a:r>
            <a:r>
              <a:rPr lang="de-DE" dirty="0"/>
              <a:t> Hata </a:t>
            </a:r>
            <a:r>
              <a:rPr lang="de-DE" dirty="0" err="1"/>
              <a:t>geriye</a:t>
            </a:r>
            <a:r>
              <a:rPr lang="de-DE" dirty="0"/>
              <a:t> </a:t>
            </a:r>
            <a:r>
              <a:rPr lang="de-DE" dirty="0" err="1"/>
              <a:t>yayılırken</a:t>
            </a:r>
            <a:r>
              <a:rPr lang="de-DE" dirty="0"/>
              <a:t> (</a:t>
            </a:r>
            <a:r>
              <a:rPr lang="de-DE" dirty="0" err="1"/>
              <a:t>backprop</a:t>
            </a:r>
            <a:r>
              <a:rPr lang="de-DE" dirty="0"/>
              <a:t>), her </a:t>
            </a:r>
            <a:r>
              <a:rPr lang="de-DE" dirty="0" err="1"/>
              <a:t>katmanda</a:t>
            </a:r>
            <a:r>
              <a:rPr lang="de-DE" dirty="0"/>
              <a:t> </a:t>
            </a:r>
            <a:r>
              <a:rPr lang="de-DE" dirty="0" err="1"/>
              <a:t>küçük</a:t>
            </a:r>
            <a:r>
              <a:rPr lang="de-DE" dirty="0"/>
              <a:t> </a:t>
            </a:r>
            <a:r>
              <a:rPr lang="de-DE" dirty="0" err="1"/>
              <a:t>sayılarla</a:t>
            </a:r>
            <a:r>
              <a:rPr lang="de-DE" dirty="0"/>
              <a:t> </a:t>
            </a:r>
            <a:r>
              <a:rPr lang="de-DE" dirty="0" err="1"/>
              <a:t>çarpılır</a:t>
            </a:r>
            <a:r>
              <a:rPr lang="de-DE" dirty="0"/>
              <a:t>. </a:t>
            </a:r>
            <a:r>
              <a:rPr lang="de-DE" dirty="0" err="1"/>
              <a:t>Çarpıla</a:t>
            </a:r>
            <a:r>
              <a:rPr lang="de-DE" dirty="0"/>
              <a:t> </a:t>
            </a:r>
            <a:r>
              <a:rPr lang="de-DE" dirty="0" err="1"/>
              <a:t>çarpıla</a:t>
            </a:r>
            <a:r>
              <a:rPr lang="de-DE" dirty="0"/>
              <a:t> </a:t>
            </a:r>
            <a:r>
              <a:rPr lang="de-DE" b="1" dirty="0" err="1"/>
              <a:t>sıfıra</a:t>
            </a:r>
            <a:r>
              <a:rPr lang="de-DE" b="1" dirty="0"/>
              <a:t> </a:t>
            </a:r>
            <a:r>
              <a:rPr lang="de-DE" b="1" dirty="0" err="1"/>
              <a:t>yaklaşır</a:t>
            </a:r>
            <a:r>
              <a:rPr lang="de-DE" b="1" dirty="0"/>
              <a:t>.</a:t>
            </a:r>
            <a:r>
              <a:rPr lang="de-DE" dirty="0"/>
              <a:t> </a:t>
            </a:r>
            <a:r>
              <a:rPr lang="de-DE" dirty="0" err="1"/>
              <a:t>İlk</a:t>
            </a:r>
            <a:r>
              <a:rPr lang="de-DE" dirty="0"/>
              <a:t> </a:t>
            </a:r>
            <a:r>
              <a:rPr lang="de-DE" dirty="0" err="1"/>
              <a:t>katmanlara</a:t>
            </a:r>
            <a:r>
              <a:rPr lang="de-DE" dirty="0"/>
              <a:t> </a:t>
            </a:r>
            <a:r>
              <a:rPr lang="de-DE" dirty="0" err="1"/>
              <a:t>neredeyse</a:t>
            </a:r>
            <a:r>
              <a:rPr lang="de-DE" dirty="0"/>
              <a:t> </a:t>
            </a:r>
            <a:r>
              <a:rPr lang="de-DE" dirty="0" err="1"/>
              <a:t>hiç</a:t>
            </a:r>
            <a:r>
              <a:rPr lang="de-DE" dirty="0"/>
              <a:t> </a:t>
            </a:r>
            <a:r>
              <a:rPr lang="de-DE" dirty="0" err="1"/>
              <a:t>sinyal</a:t>
            </a:r>
            <a:r>
              <a:rPr lang="de-DE" dirty="0"/>
              <a:t> </a:t>
            </a:r>
            <a:r>
              <a:rPr lang="de-DE" dirty="0" err="1"/>
              <a:t>ulaşmaz</a:t>
            </a:r>
            <a:r>
              <a:rPr lang="de-DE" dirty="0"/>
              <a:t> → o </a:t>
            </a:r>
            <a:r>
              <a:rPr lang="de-DE" dirty="0" err="1"/>
              <a:t>katmanlar</a:t>
            </a:r>
            <a:r>
              <a:rPr lang="de-DE" dirty="0"/>
              <a:t> </a:t>
            </a:r>
            <a:r>
              <a:rPr lang="de-DE" dirty="0" err="1"/>
              <a:t>öğrenemez</a:t>
            </a:r>
            <a:r>
              <a:rPr lang="de-DE" dirty="0"/>
              <a:t>.</a:t>
            </a:r>
          </a:p>
          <a:p>
            <a:r>
              <a:rPr lang="de-DE" b="1" dirty="0" err="1"/>
              <a:t>Neden</a:t>
            </a:r>
            <a:r>
              <a:rPr lang="de-DE" b="1" dirty="0"/>
              <a:t>:</a:t>
            </a:r>
            <a:r>
              <a:rPr lang="de-DE" dirty="0"/>
              <a:t> Sigmoid/</a:t>
            </a:r>
            <a:r>
              <a:rPr lang="de-DE" dirty="0" err="1"/>
              <a:t>tanh</a:t>
            </a:r>
            <a:r>
              <a:rPr lang="de-DE" dirty="0"/>
              <a:t> </a:t>
            </a:r>
            <a:r>
              <a:rPr lang="de-DE" dirty="0" err="1"/>
              <a:t>türevleri</a:t>
            </a:r>
            <a:r>
              <a:rPr lang="de-DE" dirty="0"/>
              <a:t> </a:t>
            </a:r>
            <a:r>
              <a:rPr lang="de-DE" dirty="0" err="1"/>
              <a:t>hep</a:t>
            </a:r>
            <a:r>
              <a:rPr lang="de-DE" dirty="0"/>
              <a:t> &lt;1. Örnek: 0.2 × 0.2 × 0.2 × 0.2 = 0.0016 → </a:t>
            </a:r>
            <a:r>
              <a:rPr lang="de-DE" dirty="0" err="1"/>
              <a:t>yok</a:t>
            </a:r>
            <a:r>
              <a:rPr lang="de-DE" dirty="0"/>
              <a:t> </a:t>
            </a:r>
            <a:r>
              <a:rPr lang="de-DE" dirty="0" err="1"/>
              <a:t>denecek</a:t>
            </a:r>
            <a:r>
              <a:rPr lang="de-DE" dirty="0"/>
              <a:t> </a:t>
            </a:r>
            <a:r>
              <a:rPr lang="de-DE" dirty="0" err="1"/>
              <a:t>kadar</a:t>
            </a:r>
            <a:r>
              <a:rPr lang="de-DE" dirty="0"/>
              <a:t> </a:t>
            </a:r>
            <a:r>
              <a:rPr lang="de-DE" dirty="0" err="1"/>
              <a:t>küçük</a:t>
            </a:r>
            <a:r>
              <a:rPr lang="de-DE" dirty="0"/>
              <a:t>.</a:t>
            </a:r>
          </a:p>
          <a:p>
            <a:r>
              <a:rPr lang="de-DE" b="1" dirty="0" err="1"/>
              <a:t>Analoji</a:t>
            </a:r>
            <a:r>
              <a:rPr lang="de-DE" b="1" dirty="0"/>
              <a:t> — </a:t>
            </a:r>
            <a:r>
              <a:rPr lang="de-DE" b="1" dirty="0" err="1"/>
              <a:t>fısıltı</a:t>
            </a:r>
            <a:r>
              <a:rPr lang="de-DE" b="1" dirty="0"/>
              <a:t> </a:t>
            </a:r>
            <a:r>
              <a:rPr lang="de-DE" b="1" dirty="0" err="1"/>
              <a:t>zinciri</a:t>
            </a:r>
            <a:r>
              <a:rPr lang="de-DE" b="1" dirty="0"/>
              <a:t>:</a:t>
            </a:r>
            <a:r>
              <a:rPr lang="de-DE" dirty="0"/>
              <a:t> 20 </a:t>
            </a:r>
            <a:r>
              <a:rPr lang="de-DE" dirty="0" err="1"/>
              <a:t>kişilik</a:t>
            </a:r>
            <a:r>
              <a:rPr lang="de-DE" dirty="0"/>
              <a:t> </a:t>
            </a:r>
            <a:r>
              <a:rPr lang="de-DE" dirty="0" err="1"/>
              <a:t>sırada</a:t>
            </a:r>
            <a:r>
              <a:rPr lang="de-DE" dirty="0"/>
              <a:t> </a:t>
            </a:r>
            <a:r>
              <a:rPr lang="de-DE" dirty="0" err="1"/>
              <a:t>mesaj</a:t>
            </a:r>
            <a:r>
              <a:rPr lang="de-DE" dirty="0"/>
              <a:t> </a:t>
            </a:r>
            <a:r>
              <a:rPr lang="de-DE" dirty="0" err="1"/>
              <a:t>fısıldanır</a:t>
            </a:r>
            <a:r>
              <a:rPr lang="de-DE" dirty="0"/>
              <a:t>. Her </a:t>
            </a:r>
            <a:r>
              <a:rPr lang="de-DE" dirty="0" err="1"/>
              <a:t>kişi</a:t>
            </a:r>
            <a:r>
              <a:rPr lang="de-DE" dirty="0"/>
              <a:t> </a:t>
            </a:r>
            <a:r>
              <a:rPr lang="de-DE" dirty="0" err="1"/>
              <a:t>biraz</a:t>
            </a:r>
            <a:r>
              <a:rPr lang="de-DE" dirty="0"/>
              <a:t> </a:t>
            </a:r>
            <a:r>
              <a:rPr lang="de-DE" dirty="0" err="1"/>
              <a:t>daha</a:t>
            </a:r>
            <a:r>
              <a:rPr lang="de-DE" dirty="0"/>
              <a:t> </a:t>
            </a:r>
            <a:r>
              <a:rPr lang="de-DE" dirty="0" err="1"/>
              <a:t>kısık</a:t>
            </a:r>
            <a:r>
              <a:rPr lang="de-DE" dirty="0"/>
              <a:t> </a:t>
            </a:r>
            <a:r>
              <a:rPr lang="de-DE" dirty="0" err="1"/>
              <a:t>söyler</a:t>
            </a:r>
            <a:r>
              <a:rPr lang="de-DE" dirty="0"/>
              <a:t>; </a:t>
            </a:r>
            <a:r>
              <a:rPr lang="de-DE" dirty="0" err="1"/>
              <a:t>sona</a:t>
            </a:r>
            <a:r>
              <a:rPr lang="de-DE" dirty="0"/>
              <a:t> </a:t>
            </a:r>
            <a:r>
              <a:rPr lang="de-DE" dirty="0" err="1"/>
              <a:t>varınca</a:t>
            </a:r>
            <a:r>
              <a:rPr lang="de-DE" dirty="0"/>
              <a:t> </a:t>
            </a:r>
            <a:r>
              <a:rPr lang="de-DE" dirty="0" err="1"/>
              <a:t>ses</a:t>
            </a:r>
            <a:r>
              <a:rPr lang="de-DE" dirty="0"/>
              <a:t> </a:t>
            </a:r>
            <a:r>
              <a:rPr lang="de-DE" dirty="0" err="1"/>
              <a:t>tamamen</a:t>
            </a:r>
            <a:r>
              <a:rPr lang="de-DE" dirty="0"/>
              <a:t> </a:t>
            </a:r>
            <a:r>
              <a:rPr lang="de-DE" dirty="0" err="1"/>
              <a:t>kaybolur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&lt;1</a:t>
            </a:r>
          </a:p>
          <a:p>
            <a:r>
              <a:rPr lang="de-DE" dirty="0" err="1"/>
              <a:t>Gradyan</a:t>
            </a:r>
            <a:r>
              <a:rPr lang="de-DE" dirty="0"/>
              <a:t> → 0</a:t>
            </a:r>
          </a:p>
          <a:p>
            <a:r>
              <a:rPr lang="de-DE" dirty="0" err="1"/>
              <a:t>Öğrenme</a:t>
            </a:r>
            <a:r>
              <a:rPr lang="de-DE" dirty="0"/>
              <a:t> </a:t>
            </a:r>
            <a:r>
              <a:rPr lang="de-DE" dirty="0" err="1"/>
              <a:t>durur</a:t>
            </a:r>
            <a:endParaRPr lang="de-DE" dirty="0"/>
          </a:p>
          <a:p>
            <a:r>
              <a:rPr lang="de-DE" dirty="0" err="1"/>
              <a:t>Cözüm</a:t>
            </a:r>
            <a:r>
              <a:rPr lang="de-DE" dirty="0"/>
              <a:t> </a:t>
            </a:r>
            <a:r>
              <a:rPr lang="de-DE" dirty="0" err="1"/>
              <a:t>ReLU</a:t>
            </a:r>
            <a:r>
              <a:rPr lang="de-DE" dirty="0"/>
              <a:t>, He </a:t>
            </a:r>
            <a:r>
              <a:rPr lang="de-DE" dirty="0" err="1"/>
              <a:t>init</a:t>
            </a:r>
            <a:r>
              <a:rPr lang="de-DE" dirty="0"/>
              <a:t>, </a:t>
            </a:r>
            <a:r>
              <a:rPr lang="de-DE" dirty="0" err="1"/>
              <a:t>BatchNorm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7372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233A4-7F33-72DE-B6CD-69810897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D1C0231-BFDE-B4FF-D771-B5E10D9CE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C965F5-F7B5-6D7D-34FA-407A29495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Gradient Explosion (</a:t>
            </a:r>
            <a:r>
              <a:rPr lang="de-DE" b="1" dirty="0" err="1"/>
              <a:t>Gradyan</a:t>
            </a:r>
            <a:r>
              <a:rPr lang="de-DE" b="1" dirty="0"/>
              <a:t> </a:t>
            </a:r>
            <a:r>
              <a:rPr lang="de-DE" b="1" dirty="0" err="1"/>
              <a:t>Patlaması</a:t>
            </a:r>
            <a:r>
              <a:rPr lang="de-DE" b="1" dirty="0"/>
              <a:t>)</a:t>
            </a:r>
          </a:p>
          <a:p>
            <a:r>
              <a:rPr lang="de-DE" b="1" dirty="0"/>
              <a:t>Ne </a:t>
            </a:r>
            <a:r>
              <a:rPr lang="de-DE" b="1" dirty="0" err="1"/>
              <a:t>olur</a:t>
            </a:r>
            <a:r>
              <a:rPr lang="de-DE" b="1" dirty="0"/>
              <a:t>:</a:t>
            </a:r>
            <a:r>
              <a:rPr lang="de-DE" dirty="0"/>
              <a:t> </a:t>
            </a:r>
            <a:r>
              <a:rPr lang="de-DE" dirty="0" err="1"/>
              <a:t>Bu</a:t>
            </a:r>
            <a:r>
              <a:rPr lang="de-DE" dirty="0"/>
              <a:t> </a:t>
            </a:r>
            <a:r>
              <a:rPr lang="de-DE" dirty="0" err="1"/>
              <a:t>sefer</a:t>
            </a:r>
            <a:r>
              <a:rPr lang="de-DE" dirty="0"/>
              <a:t> her </a:t>
            </a:r>
            <a:r>
              <a:rPr lang="de-DE" dirty="0" err="1"/>
              <a:t>katmanda</a:t>
            </a:r>
            <a:r>
              <a:rPr lang="de-DE" dirty="0"/>
              <a:t> </a:t>
            </a:r>
            <a:r>
              <a:rPr lang="de-DE" b="1" dirty="0"/>
              <a:t>1'den </a:t>
            </a:r>
            <a:r>
              <a:rPr lang="de-DE" b="1" dirty="0" err="1"/>
              <a:t>büyük</a:t>
            </a:r>
            <a:r>
              <a:rPr lang="de-DE" dirty="0"/>
              <a:t> </a:t>
            </a:r>
            <a:r>
              <a:rPr lang="de-DE" dirty="0" err="1"/>
              <a:t>sayılarla</a:t>
            </a:r>
            <a:r>
              <a:rPr lang="de-DE" dirty="0"/>
              <a:t> </a:t>
            </a:r>
            <a:r>
              <a:rPr lang="de-DE" dirty="0" err="1"/>
              <a:t>çarpılır</a:t>
            </a:r>
            <a:r>
              <a:rPr lang="de-DE" dirty="0"/>
              <a:t>. </a:t>
            </a:r>
            <a:r>
              <a:rPr lang="de-DE" dirty="0" err="1"/>
              <a:t>Çarpıla</a:t>
            </a:r>
            <a:r>
              <a:rPr lang="de-DE" dirty="0"/>
              <a:t> </a:t>
            </a:r>
            <a:r>
              <a:rPr lang="de-DE" dirty="0" err="1"/>
              <a:t>çarpıla</a:t>
            </a:r>
            <a:r>
              <a:rPr lang="de-DE" dirty="0"/>
              <a:t> </a:t>
            </a:r>
            <a:r>
              <a:rPr lang="de-DE" b="1" dirty="0" err="1"/>
              <a:t>devasa</a:t>
            </a:r>
            <a:r>
              <a:rPr lang="de-DE" dirty="0"/>
              <a:t> </a:t>
            </a:r>
            <a:r>
              <a:rPr lang="de-DE" dirty="0" err="1"/>
              <a:t>olur</a:t>
            </a:r>
            <a:r>
              <a:rPr lang="de-DE" dirty="0"/>
              <a:t>. </a:t>
            </a:r>
            <a:r>
              <a:rPr lang="de-DE" dirty="0" err="1"/>
              <a:t>Ağırlıklar</a:t>
            </a:r>
            <a:r>
              <a:rPr lang="de-DE" dirty="0"/>
              <a:t> </a:t>
            </a:r>
            <a:r>
              <a:rPr lang="de-DE" dirty="0" err="1"/>
              <a:t>aşırı</a:t>
            </a:r>
            <a:r>
              <a:rPr lang="de-DE" dirty="0"/>
              <a:t> </a:t>
            </a:r>
            <a:r>
              <a:rPr lang="de-DE" dirty="0" err="1"/>
              <a:t>büyük</a:t>
            </a:r>
            <a:r>
              <a:rPr lang="de-DE" dirty="0"/>
              <a:t> </a:t>
            </a:r>
            <a:r>
              <a:rPr lang="de-DE" dirty="0" err="1"/>
              <a:t>adımlarla</a:t>
            </a:r>
            <a:r>
              <a:rPr lang="de-DE" dirty="0"/>
              <a:t> </a:t>
            </a:r>
            <a:r>
              <a:rPr lang="de-DE" dirty="0" err="1"/>
              <a:t>güncellenir</a:t>
            </a:r>
            <a:r>
              <a:rPr lang="de-DE" dirty="0"/>
              <a:t> → </a:t>
            </a:r>
            <a:r>
              <a:rPr lang="de-DE" dirty="0" err="1"/>
              <a:t>eğitim</a:t>
            </a:r>
            <a:r>
              <a:rPr lang="de-DE" dirty="0"/>
              <a:t> </a:t>
            </a:r>
            <a:r>
              <a:rPr lang="de-DE" dirty="0" err="1"/>
              <a:t>kararsızlaşır</a:t>
            </a:r>
            <a:r>
              <a:rPr lang="de-DE" dirty="0"/>
              <a:t>, </a:t>
            </a:r>
            <a:r>
              <a:rPr lang="de-DE" sz="2200" dirty="0" err="1">
                <a:latin typeface="+mn-lt"/>
                <a:ea typeface="+mn-ea"/>
                <a:cs typeface="+mn-cs"/>
                <a:sym typeface="Helvetica Neue"/>
              </a:rPr>
              <a:t>NaN</a:t>
            </a:r>
            <a:r>
              <a:rPr lang="de-DE" dirty="0" err="1"/>
              <a:t>'a</a:t>
            </a:r>
            <a:r>
              <a:rPr lang="de-DE" dirty="0"/>
              <a:t> </a:t>
            </a:r>
            <a:r>
              <a:rPr lang="de-DE" dirty="0" err="1"/>
              <a:t>gider</a:t>
            </a:r>
            <a:r>
              <a:rPr lang="de-DE" dirty="0"/>
              <a:t>.</a:t>
            </a:r>
          </a:p>
          <a:p>
            <a:r>
              <a:rPr lang="de-DE" b="1" dirty="0" err="1"/>
              <a:t>Neden</a:t>
            </a:r>
            <a:r>
              <a:rPr lang="de-DE" b="1" dirty="0"/>
              <a:t>:</a:t>
            </a:r>
            <a:r>
              <a:rPr lang="de-DE" dirty="0"/>
              <a:t> Örnek: 3 × 3 × 3 × 3 = 81 → </a:t>
            </a:r>
            <a:r>
              <a:rPr lang="de-DE" dirty="0" err="1"/>
              <a:t>katman</a:t>
            </a:r>
            <a:r>
              <a:rPr lang="de-DE" dirty="0"/>
              <a:t> </a:t>
            </a:r>
            <a:r>
              <a:rPr lang="de-DE" dirty="0" err="1"/>
              <a:t>arttıkça</a:t>
            </a:r>
            <a:r>
              <a:rPr lang="de-DE" dirty="0"/>
              <a:t> </a:t>
            </a:r>
            <a:r>
              <a:rPr lang="de-DE" dirty="0" err="1"/>
              <a:t>patlar</a:t>
            </a:r>
            <a:r>
              <a:rPr lang="de-DE" dirty="0"/>
              <a:t>.</a:t>
            </a:r>
          </a:p>
          <a:p>
            <a:r>
              <a:rPr lang="de-DE" b="1" dirty="0" err="1"/>
              <a:t>Analoji</a:t>
            </a:r>
            <a:r>
              <a:rPr lang="de-DE" b="1" dirty="0"/>
              <a:t> — </a:t>
            </a:r>
            <a:r>
              <a:rPr lang="de-DE" b="1" dirty="0" err="1"/>
              <a:t>mikrofon</a:t>
            </a:r>
            <a:r>
              <a:rPr lang="de-DE" b="1" dirty="0"/>
              <a:t> </a:t>
            </a:r>
            <a:r>
              <a:rPr lang="de-DE" b="1" dirty="0" err="1"/>
              <a:t>uğultusu</a:t>
            </a:r>
            <a:r>
              <a:rPr lang="de-DE" b="1" dirty="0"/>
              <a:t>:</a:t>
            </a:r>
            <a:r>
              <a:rPr lang="de-DE" dirty="0"/>
              <a:t> </a:t>
            </a:r>
            <a:r>
              <a:rPr lang="de-DE" dirty="0" err="1"/>
              <a:t>Mikrofonu</a:t>
            </a:r>
            <a:r>
              <a:rPr lang="de-DE" dirty="0"/>
              <a:t> </a:t>
            </a:r>
            <a:r>
              <a:rPr lang="de-DE" dirty="0" err="1"/>
              <a:t>hoparlöre</a:t>
            </a:r>
            <a:r>
              <a:rPr lang="de-DE" dirty="0"/>
              <a:t> </a:t>
            </a:r>
            <a:r>
              <a:rPr lang="de-DE" dirty="0" err="1"/>
              <a:t>yaklaştırınca</a:t>
            </a:r>
            <a:r>
              <a:rPr lang="de-DE" dirty="0"/>
              <a:t> </a:t>
            </a:r>
            <a:r>
              <a:rPr lang="de-DE" dirty="0" err="1"/>
              <a:t>ses</a:t>
            </a:r>
            <a:r>
              <a:rPr lang="de-DE" dirty="0"/>
              <a:t> </a:t>
            </a:r>
            <a:r>
              <a:rPr lang="de-DE" dirty="0" err="1"/>
              <a:t>kendini</a:t>
            </a:r>
            <a:r>
              <a:rPr lang="de-DE" dirty="0"/>
              <a:t> </a:t>
            </a:r>
            <a:r>
              <a:rPr lang="de-DE" dirty="0" err="1"/>
              <a:t>besleyip</a:t>
            </a:r>
            <a:r>
              <a:rPr lang="de-DE" dirty="0"/>
              <a:t> </a:t>
            </a:r>
            <a:r>
              <a:rPr lang="de-DE" dirty="0" err="1"/>
              <a:t>katlanarak</a:t>
            </a:r>
            <a:r>
              <a:rPr lang="de-DE" dirty="0"/>
              <a:t> </a:t>
            </a:r>
            <a:r>
              <a:rPr lang="de-DE" dirty="0" err="1"/>
              <a:t>büyür</a:t>
            </a:r>
            <a:r>
              <a:rPr lang="de-DE" dirty="0"/>
              <a:t> </a:t>
            </a:r>
            <a:r>
              <a:rPr lang="de-DE" dirty="0" err="1"/>
              <a:t>ve</a:t>
            </a:r>
            <a:r>
              <a:rPr lang="de-DE" dirty="0"/>
              <a:t> </a:t>
            </a:r>
            <a:r>
              <a:rPr lang="de-DE" dirty="0" err="1"/>
              <a:t>çığlığa</a:t>
            </a:r>
            <a:r>
              <a:rPr lang="de-DE" dirty="0"/>
              <a:t> </a:t>
            </a:r>
            <a:r>
              <a:rPr lang="de-DE" dirty="0" err="1"/>
              <a:t>döner</a:t>
            </a:r>
            <a:r>
              <a:rPr lang="de-DE" dirty="0"/>
              <a:t>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Gradyan</a:t>
            </a:r>
            <a:r>
              <a:rPr lang="de-DE" dirty="0"/>
              <a:t> → ∞</a:t>
            </a:r>
          </a:p>
          <a:p>
            <a:r>
              <a:rPr lang="de-DE" dirty="0"/>
              <a:t>Loss </a:t>
            </a:r>
            <a:r>
              <a:rPr lang="de-DE" sz="2200" dirty="0" err="1">
                <a:latin typeface="+mn-lt"/>
                <a:ea typeface="+mn-ea"/>
                <a:cs typeface="+mn-cs"/>
                <a:sym typeface="Helvetica Neue"/>
              </a:rPr>
              <a:t>NaN</a:t>
            </a:r>
            <a:r>
              <a:rPr lang="de-DE" dirty="0"/>
              <a:t> </a:t>
            </a:r>
            <a:r>
              <a:rPr lang="de-DE" dirty="0" err="1"/>
              <a:t>olur</a:t>
            </a:r>
            <a:endParaRPr lang="de-DE" dirty="0"/>
          </a:p>
          <a:p>
            <a:r>
              <a:rPr lang="de-DE" dirty="0"/>
              <a:t>Gradient </a:t>
            </a:r>
            <a:r>
              <a:rPr lang="de-DE" dirty="0" err="1"/>
              <a:t>clipping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9390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1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jpeg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4.sv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1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image" Target="../media/image3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tags" Target="../tags/tag3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10" Type="http://schemas.openxmlformats.org/officeDocument/2006/relationships/image" Target="../media/image3.jpeg"/><Relationship Id="rId4" Type="http://schemas.openxmlformats.org/officeDocument/2006/relationships/tags" Target="../tags/tag31.xml"/><Relationship Id="rId9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1.sv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image" Target="../media/image3.jpeg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10" Type="http://schemas.openxmlformats.org/officeDocument/2006/relationships/image" Target="../media/image3.jpeg"/><Relationship Id="rId4" Type="http://schemas.openxmlformats.org/officeDocument/2006/relationships/tags" Target="../tags/tag48.xml"/><Relationship Id="rId9" Type="http://schemas.openxmlformats.org/officeDocument/2006/relationships/image" Target="../media/image1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image" Target="../media/image3.jpeg"/><Relationship Id="rId4" Type="http://schemas.openxmlformats.org/officeDocument/2006/relationships/tags" Target="../tags/tag55.xml"/><Relationship Id="rId9" Type="http://schemas.openxmlformats.org/officeDocument/2006/relationships/image" Target="../media/image1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3.jpeg"/><Relationship Id="rId4" Type="http://schemas.openxmlformats.org/officeDocument/2006/relationships/tags" Target="../tags/tag62.xml"/><Relationship Id="rId9" Type="http://schemas.openxmlformats.org/officeDocument/2006/relationships/image" Target="../media/image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3.jpe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7" Type="http://schemas.openxmlformats.org/officeDocument/2006/relationships/image" Target="../media/image3.jpe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3.jpe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image" Target="../media/image3.jpe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tags" Target="../tags/tag8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9" Type="http://schemas.openxmlformats.org/officeDocument/2006/relationships/image" Target="../media/image3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tags" Target="../tags/tag9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9" Type="http://schemas.openxmlformats.org/officeDocument/2006/relationships/image" Target="../media/image3.jpe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tags" Target="../tags/tag9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9" Type="http://schemas.openxmlformats.org/officeDocument/2006/relationships/image" Target="../media/image3.jpe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image" Target="../media/image3.jpeg"/><Relationship Id="rId5" Type="http://schemas.openxmlformats.org/officeDocument/2006/relationships/tags" Target="../tags/tag104.xml"/><Relationship Id="rId10" Type="http://schemas.openxmlformats.org/officeDocument/2006/relationships/image" Target="../media/image1.svg"/><Relationship Id="rId4" Type="http://schemas.openxmlformats.org/officeDocument/2006/relationships/tags" Target="../tags/tag103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image" Target="../media/image3.jpeg"/><Relationship Id="rId5" Type="http://schemas.openxmlformats.org/officeDocument/2006/relationships/tags" Target="../tags/tag112.xml"/><Relationship Id="rId10" Type="http://schemas.openxmlformats.org/officeDocument/2006/relationships/image" Target="../media/image1.svg"/><Relationship Id="rId4" Type="http://schemas.openxmlformats.org/officeDocument/2006/relationships/tags" Target="../tags/tag111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image" Target="../media/image3.jpeg"/><Relationship Id="rId5" Type="http://schemas.openxmlformats.org/officeDocument/2006/relationships/tags" Target="../tags/tag120.xml"/><Relationship Id="rId10" Type="http://schemas.openxmlformats.org/officeDocument/2006/relationships/image" Target="../media/image1.svg"/><Relationship Id="rId4" Type="http://schemas.openxmlformats.org/officeDocument/2006/relationships/tags" Target="../tags/tag119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image" Target="../media/image3.jpeg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image" Target="../media/image1.sv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image" Target="../media/image3.jpeg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image" Target="../media/image1.sv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image" Target="../media/image3.jpeg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image" Target="../media/image1.svg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48.xml"/><Relationship Id="rId10" Type="http://schemas.openxmlformats.org/officeDocument/2006/relationships/tags" Target="../tags/tag153.xml"/><Relationship Id="rId4" Type="http://schemas.openxmlformats.org/officeDocument/2006/relationships/tags" Target="../tags/tag147.xml"/><Relationship Id="rId9" Type="http://schemas.openxmlformats.org/officeDocument/2006/relationships/tags" Target="../tags/tag15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7" Type="http://schemas.openxmlformats.org/officeDocument/2006/relationships/image" Target="../media/image3.jpeg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7" Type="http://schemas.openxmlformats.org/officeDocument/2006/relationships/image" Target="../media/image3.jpeg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image" Target="../media/image1.svg"/><Relationship Id="rId5" Type="http://schemas.openxmlformats.org/officeDocument/2006/relationships/image" Target="../media/image6.svg"/><Relationship Id="rId4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image" Target="../media/image1.svg"/><Relationship Id="rId5" Type="http://schemas.openxmlformats.org/officeDocument/2006/relationships/tags" Target="../tags/tag164.xml"/><Relationship Id="rId10" Type="http://schemas.openxmlformats.org/officeDocument/2006/relationships/image" Target="../media/image5.svg"/><Relationship Id="rId4" Type="http://schemas.openxmlformats.org/officeDocument/2006/relationships/tags" Target="../tags/tag163.xml"/><Relationship Id="rId9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75.xml"/><Relationship Id="rId13" Type="http://schemas.openxmlformats.org/officeDocument/2006/relationships/image" Target="../media/image5.svg"/><Relationship Id="rId3" Type="http://schemas.openxmlformats.org/officeDocument/2006/relationships/tags" Target="../tags/tag170.xml"/><Relationship Id="rId7" Type="http://schemas.openxmlformats.org/officeDocument/2006/relationships/tags" Target="../tags/tag17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tags" Target="../tags/tag178.xml"/><Relationship Id="rId5" Type="http://schemas.openxmlformats.org/officeDocument/2006/relationships/tags" Target="../tags/tag172.xml"/><Relationship Id="rId15" Type="http://schemas.openxmlformats.org/officeDocument/2006/relationships/image" Target="../media/image3.jpeg"/><Relationship Id="rId10" Type="http://schemas.openxmlformats.org/officeDocument/2006/relationships/tags" Target="../tags/tag177.xml"/><Relationship Id="rId4" Type="http://schemas.openxmlformats.org/officeDocument/2006/relationships/tags" Target="../tags/tag171.xml"/><Relationship Id="rId9" Type="http://schemas.openxmlformats.org/officeDocument/2006/relationships/tags" Target="../tags/tag176.xml"/><Relationship Id="rId14" Type="http://schemas.openxmlformats.org/officeDocument/2006/relationships/image" Target="../media/image1.sv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18" Type="http://schemas.openxmlformats.org/officeDocument/2006/relationships/image" Target="../media/image3.jpeg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image" Target="../media/image1.svg"/><Relationship Id="rId2" Type="http://schemas.openxmlformats.org/officeDocument/2006/relationships/tags" Target="../tags/tag180.xml"/><Relationship Id="rId16" Type="http://schemas.openxmlformats.org/officeDocument/2006/relationships/image" Target="../media/image5.svg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5" Type="http://schemas.openxmlformats.org/officeDocument/2006/relationships/tags" Target="../tags/tag18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88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95.xml"/><Relationship Id="rId7" Type="http://schemas.openxmlformats.org/officeDocument/2006/relationships/image" Target="../media/image1.svg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image" Target="../media/image6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96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99.xml"/><Relationship Id="rId7" Type="http://schemas.openxmlformats.org/officeDocument/2006/relationships/image" Target="../media/image1.svg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image" Target="../media/image6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00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203.xml"/><Relationship Id="rId7" Type="http://schemas.openxmlformats.org/officeDocument/2006/relationships/image" Target="../media/image1.svg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image" Target="../media/image5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04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207.xml"/><Relationship Id="rId7" Type="http://schemas.openxmlformats.org/officeDocument/2006/relationships/image" Target="../media/image1.svg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image" Target="../media/image5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08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image" Target="../media/image1.svg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5" Type="http://schemas.openxmlformats.org/officeDocument/2006/relationships/tags" Target="../tags/tag213.xml"/><Relationship Id="rId10" Type="http://schemas.openxmlformats.org/officeDocument/2006/relationships/tags" Target="../tags/tag218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image" Target="../media/image3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13" Type="http://schemas.openxmlformats.org/officeDocument/2006/relationships/tags" Target="../tags/tag232.xml"/><Relationship Id="rId3" Type="http://schemas.openxmlformats.org/officeDocument/2006/relationships/tags" Target="../tags/tag222.xml"/><Relationship Id="rId7" Type="http://schemas.openxmlformats.org/officeDocument/2006/relationships/tags" Target="../tags/tag226.xml"/><Relationship Id="rId12" Type="http://schemas.openxmlformats.org/officeDocument/2006/relationships/tags" Target="../tags/tag231.xml"/><Relationship Id="rId17" Type="http://schemas.openxmlformats.org/officeDocument/2006/relationships/image" Target="../media/image3.jpeg"/><Relationship Id="rId2" Type="http://schemas.openxmlformats.org/officeDocument/2006/relationships/tags" Target="../tags/tag221.xml"/><Relationship Id="rId16" Type="http://schemas.openxmlformats.org/officeDocument/2006/relationships/image" Target="../media/image1.svg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tags" Target="../tags/tag230.xml"/><Relationship Id="rId5" Type="http://schemas.openxmlformats.org/officeDocument/2006/relationships/tags" Target="../tags/tag224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29.xml"/><Relationship Id="rId4" Type="http://schemas.openxmlformats.org/officeDocument/2006/relationships/tags" Target="../tags/tag223.xml"/><Relationship Id="rId9" Type="http://schemas.openxmlformats.org/officeDocument/2006/relationships/tags" Target="../tags/tag228.xml"/><Relationship Id="rId14" Type="http://schemas.openxmlformats.org/officeDocument/2006/relationships/tags" Target="../tags/tag23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tags" Target="../tags/tag246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tags" Target="../tags/tag245.xml"/><Relationship Id="rId17" Type="http://schemas.openxmlformats.org/officeDocument/2006/relationships/tags" Target="../tags/tag250.xml"/><Relationship Id="rId2" Type="http://schemas.openxmlformats.org/officeDocument/2006/relationships/tags" Target="../tags/tag235.xml"/><Relationship Id="rId16" Type="http://schemas.openxmlformats.org/officeDocument/2006/relationships/tags" Target="../tags/tag249.xml"/><Relationship Id="rId20" Type="http://schemas.openxmlformats.org/officeDocument/2006/relationships/image" Target="../media/image3.jpeg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tags" Target="../tags/tag244.xml"/><Relationship Id="rId5" Type="http://schemas.openxmlformats.org/officeDocument/2006/relationships/tags" Target="../tags/tag238.xml"/><Relationship Id="rId15" Type="http://schemas.openxmlformats.org/officeDocument/2006/relationships/tags" Target="../tags/tag248.xml"/><Relationship Id="rId10" Type="http://schemas.openxmlformats.org/officeDocument/2006/relationships/tags" Target="../tags/tag243.xml"/><Relationship Id="rId19" Type="http://schemas.openxmlformats.org/officeDocument/2006/relationships/image" Target="../media/image1.svg"/><Relationship Id="rId4" Type="http://schemas.openxmlformats.org/officeDocument/2006/relationships/tags" Target="../tags/tag237.xml"/><Relationship Id="rId9" Type="http://schemas.openxmlformats.org/officeDocument/2006/relationships/tags" Target="../tags/tag242.xml"/><Relationship Id="rId14" Type="http://schemas.openxmlformats.org/officeDocument/2006/relationships/tags" Target="../tags/tag247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tags" Target="../tags/tag263.xml"/><Relationship Id="rId18" Type="http://schemas.openxmlformats.org/officeDocument/2006/relationships/tags" Target="../tags/tag268.xml"/><Relationship Id="rId3" Type="http://schemas.openxmlformats.org/officeDocument/2006/relationships/tags" Target="../tags/tag253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257.xml"/><Relationship Id="rId12" Type="http://schemas.openxmlformats.org/officeDocument/2006/relationships/tags" Target="../tags/tag262.xml"/><Relationship Id="rId17" Type="http://schemas.openxmlformats.org/officeDocument/2006/relationships/tags" Target="../tags/tag267.xml"/><Relationship Id="rId2" Type="http://schemas.openxmlformats.org/officeDocument/2006/relationships/tags" Target="../tags/tag252.xml"/><Relationship Id="rId16" Type="http://schemas.openxmlformats.org/officeDocument/2006/relationships/tags" Target="../tags/tag266.xml"/><Relationship Id="rId20" Type="http://schemas.openxmlformats.org/officeDocument/2006/relationships/tags" Target="../tags/tag270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tags" Target="../tags/tag261.xml"/><Relationship Id="rId5" Type="http://schemas.openxmlformats.org/officeDocument/2006/relationships/tags" Target="../tags/tag255.xml"/><Relationship Id="rId15" Type="http://schemas.openxmlformats.org/officeDocument/2006/relationships/tags" Target="../tags/tag265.xml"/><Relationship Id="rId23" Type="http://schemas.openxmlformats.org/officeDocument/2006/relationships/image" Target="../media/image3.jpeg"/><Relationship Id="rId10" Type="http://schemas.openxmlformats.org/officeDocument/2006/relationships/tags" Target="../tags/tag260.xml"/><Relationship Id="rId19" Type="http://schemas.openxmlformats.org/officeDocument/2006/relationships/tags" Target="../tags/tag269.xml"/><Relationship Id="rId4" Type="http://schemas.openxmlformats.org/officeDocument/2006/relationships/tags" Target="../tags/tag254.xml"/><Relationship Id="rId9" Type="http://schemas.openxmlformats.org/officeDocument/2006/relationships/tags" Target="../tags/tag259.xml"/><Relationship Id="rId14" Type="http://schemas.openxmlformats.org/officeDocument/2006/relationships/tags" Target="../tags/tag264.xml"/><Relationship Id="rId22" Type="http://schemas.openxmlformats.org/officeDocument/2006/relationships/image" Target="../media/image1.sv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13" Type="http://schemas.openxmlformats.org/officeDocument/2006/relationships/image" Target="../media/image1.svg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tags" Target="../tags/tag281.xml"/><Relationship Id="rId5" Type="http://schemas.openxmlformats.org/officeDocument/2006/relationships/tags" Target="../tags/tag275.xml"/><Relationship Id="rId10" Type="http://schemas.openxmlformats.org/officeDocument/2006/relationships/tags" Target="../tags/tag280.xml"/><Relationship Id="rId4" Type="http://schemas.openxmlformats.org/officeDocument/2006/relationships/tags" Target="../tags/tag274.xml"/><Relationship Id="rId9" Type="http://schemas.openxmlformats.org/officeDocument/2006/relationships/tags" Target="../tags/tag279.xml"/><Relationship Id="rId14" Type="http://schemas.openxmlformats.org/officeDocument/2006/relationships/image" Target="../media/image3.jpe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tags" Target="../tags/tag294.xml"/><Relationship Id="rId3" Type="http://schemas.openxmlformats.org/officeDocument/2006/relationships/tags" Target="../tags/tag284.xml"/><Relationship Id="rId7" Type="http://schemas.openxmlformats.org/officeDocument/2006/relationships/tags" Target="../tags/tag288.xml"/><Relationship Id="rId12" Type="http://schemas.openxmlformats.org/officeDocument/2006/relationships/tags" Target="../tags/tag293.xml"/><Relationship Id="rId17" Type="http://schemas.openxmlformats.org/officeDocument/2006/relationships/image" Target="../media/image3.jpeg"/><Relationship Id="rId2" Type="http://schemas.openxmlformats.org/officeDocument/2006/relationships/tags" Target="../tags/tag283.xml"/><Relationship Id="rId16" Type="http://schemas.openxmlformats.org/officeDocument/2006/relationships/image" Target="../media/image1.svg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tags" Target="../tags/tag292.xml"/><Relationship Id="rId5" Type="http://schemas.openxmlformats.org/officeDocument/2006/relationships/tags" Target="../tags/tag286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91.xml"/><Relationship Id="rId4" Type="http://schemas.openxmlformats.org/officeDocument/2006/relationships/tags" Target="../tags/tag285.xml"/><Relationship Id="rId9" Type="http://schemas.openxmlformats.org/officeDocument/2006/relationships/tags" Target="../tags/tag290.xml"/><Relationship Id="rId14" Type="http://schemas.openxmlformats.org/officeDocument/2006/relationships/tags" Target="../tags/tag295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303.xml"/><Relationship Id="rId13" Type="http://schemas.openxmlformats.org/officeDocument/2006/relationships/tags" Target="../tags/tag308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98.xml"/><Relationship Id="rId7" Type="http://schemas.openxmlformats.org/officeDocument/2006/relationships/tags" Target="../tags/tag302.xml"/><Relationship Id="rId12" Type="http://schemas.openxmlformats.org/officeDocument/2006/relationships/tags" Target="../tags/tag307.xml"/><Relationship Id="rId17" Type="http://schemas.openxmlformats.org/officeDocument/2006/relationships/tags" Target="../tags/tag312.xml"/><Relationship Id="rId2" Type="http://schemas.openxmlformats.org/officeDocument/2006/relationships/tags" Target="../tags/tag297.xml"/><Relationship Id="rId16" Type="http://schemas.openxmlformats.org/officeDocument/2006/relationships/tags" Target="../tags/tag311.xml"/><Relationship Id="rId20" Type="http://schemas.openxmlformats.org/officeDocument/2006/relationships/image" Target="../media/image3.jpeg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tags" Target="../tags/tag306.xml"/><Relationship Id="rId5" Type="http://schemas.openxmlformats.org/officeDocument/2006/relationships/tags" Target="../tags/tag300.xml"/><Relationship Id="rId15" Type="http://schemas.openxmlformats.org/officeDocument/2006/relationships/tags" Target="../tags/tag310.xml"/><Relationship Id="rId10" Type="http://schemas.openxmlformats.org/officeDocument/2006/relationships/tags" Target="../tags/tag305.xml"/><Relationship Id="rId19" Type="http://schemas.openxmlformats.org/officeDocument/2006/relationships/image" Target="../media/image1.svg"/><Relationship Id="rId4" Type="http://schemas.openxmlformats.org/officeDocument/2006/relationships/tags" Target="../tags/tag299.xml"/><Relationship Id="rId9" Type="http://schemas.openxmlformats.org/officeDocument/2006/relationships/tags" Target="../tags/tag304.xml"/><Relationship Id="rId14" Type="http://schemas.openxmlformats.org/officeDocument/2006/relationships/tags" Target="../tags/tag309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tags" Target="../tags/tag330.xml"/><Relationship Id="rId3" Type="http://schemas.openxmlformats.org/officeDocument/2006/relationships/tags" Target="../tags/tag315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20" Type="http://schemas.openxmlformats.org/officeDocument/2006/relationships/tags" Target="../tags/tag332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23" Type="http://schemas.openxmlformats.org/officeDocument/2006/relationships/image" Target="../media/image3.jpeg"/><Relationship Id="rId10" Type="http://schemas.openxmlformats.org/officeDocument/2006/relationships/tags" Target="../tags/tag322.xml"/><Relationship Id="rId19" Type="http://schemas.openxmlformats.org/officeDocument/2006/relationships/tags" Target="../tags/tag331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Relationship Id="rId22" Type="http://schemas.openxmlformats.org/officeDocument/2006/relationships/image" Target="../media/image1.sv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340.xml"/><Relationship Id="rId13" Type="http://schemas.openxmlformats.org/officeDocument/2006/relationships/image" Target="../media/image7.svg"/><Relationship Id="rId3" Type="http://schemas.openxmlformats.org/officeDocument/2006/relationships/tags" Target="../tags/tag335.xml"/><Relationship Id="rId7" Type="http://schemas.openxmlformats.org/officeDocument/2006/relationships/tags" Target="../tags/tag339.xml"/><Relationship Id="rId12" Type="http://schemas.openxmlformats.org/officeDocument/2006/relationships/image" Target="../media/image1.svg"/><Relationship Id="rId17" Type="http://schemas.openxmlformats.org/officeDocument/2006/relationships/image" Target="../media/image3.jpeg"/><Relationship Id="rId2" Type="http://schemas.openxmlformats.org/officeDocument/2006/relationships/tags" Target="../tags/tag334.xml"/><Relationship Id="rId16" Type="http://schemas.openxmlformats.org/officeDocument/2006/relationships/image" Target="../media/image10.svg"/><Relationship Id="rId1" Type="http://schemas.openxmlformats.org/officeDocument/2006/relationships/tags" Target="../tags/tag333.xml"/><Relationship Id="rId6" Type="http://schemas.openxmlformats.org/officeDocument/2006/relationships/tags" Target="../tags/tag33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37.xml"/><Relationship Id="rId15" Type="http://schemas.openxmlformats.org/officeDocument/2006/relationships/image" Target="../media/image9.svg"/><Relationship Id="rId10" Type="http://schemas.openxmlformats.org/officeDocument/2006/relationships/tags" Target="../tags/tag342.xml"/><Relationship Id="rId4" Type="http://schemas.openxmlformats.org/officeDocument/2006/relationships/tags" Target="../tags/tag336.xml"/><Relationship Id="rId9" Type="http://schemas.openxmlformats.org/officeDocument/2006/relationships/tags" Target="../tags/tag341.xml"/><Relationship Id="rId14" Type="http://schemas.openxmlformats.org/officeDocument/2006/relationships/image" Target="../media/image8.sv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350.xml"/><Relationship Id="rId13" Type="http://schemas.openxmlformats.org/officeDocument/2006/relationships/image" Target="../media/image11.svg"/><Relationship Id="rId3" Type="http://schemas.openxmlformats.org/officeDocument/2006/relationships/tags" Target="../tags/tag345.xml"/><Relationship Id="rId7" Type="http://schemas.openxmlformats.org/officeDocument/2006/relationships/tags" Target="../tags/tag349.xml"/><Relationship Id="rId12" Type="http://schemas.openxmlformats.org/officeDocument/2006/relationships/image" Target="../media/image1.svg"/><Relationship Id="rId17" Type="http://schemas.openxmlformats.org/officeDocument/2006/relationships/image" Target="../media/image3.jpeg"/><Relationship Id="rId2" Type="http://schemas.openxmlformats.org/officeDocument/2006/relationships/tags" Target="../tags/tag344.xml"/><Relationship Id="rId16" Type="http://schemas.openxmlformats.org/officeDocument/2006/relationships/image" Target="../media/image14.svg"/><Relationship Id="rId1" Type="http://schemas.openxmlformats.org/officeDocument/2006/relationships/tags" Target="../tags/tag343.xml"/><Relationship Id="rId6" Type="http://schemas.openxmlformats.org/officeDocument/2006/relationships/tags" Target="../tags/tag34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47.xml"/><Relationship Id="rId15" Type="http://schemas.openxmlformats.org/officeDocument/2006/relationships/image" Target="../media/image13.svg"/><Relationship Id="rId10" Type="http://schemas.openxmlformats.org/officeDocument/2006/relationships/tags" Target="../tags/tag352.xml"/><Relationship Id="rId4" Type="http://schemas.openxmlformats.org/officeDocument/2006/relationships/tags" Target="../tags/tag346.xml"/><Relationship Id="rId9" Type="http://schemas.openxmlformats.org/officeDocument/2006/relationships/tags" Target="../tags/tag351.xml"/><Relationship Id="rId14" Type="http://schemas.openxmlformats.org/officeDocument/2006/relationships/image" Target="../media/image12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Relationship Id="rId6" Type="http://schemas.openxmlformats.org/officeDocument/2006/relationships/image" Target="../media/image3.jpeg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6" Type="http://schemas.openxmlformats.org/officeDocument/2006/relationships/image" Target="../media/image3.jpeg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" Type="http://schemas.openxmlformats.org/officeDocument/2006/relationships/tags" Target="../tags/tag359.xml"/><Relationship Id="rId6" Type="http://schemas.openxmlformats.org/officeDocument/2006/relationships/image" Target="../media/image3.jpeg"/><Relationship Id="rId5" Type="http://schemas.openxmlformats.org/officeDocument/2006/relationships/image" Target="../media/image2.svg"/><Relationship Id="rId4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364.xml"/><Relationship Id="rId7" Type="http://schemas.openxmlformats.org/officeDocument/2006/relationships/image" Target="../media/image1.svg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66.xml"/><Relationship Id="rId4" Type="http://schemas.openxmlformats.org/officeDocument/2006/relationships/tags" Target="../tags/tag365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374.xml"/><Relationship Id="rId3" Type="http://schemas.openxmlformats.org/officeDocument/2006/relationships/tags" Target="../tags/tag369.xml"/><Relationship Id="rId7" Type="http://schemas.openxmlformats.org/officeDocument/2006/relationships/tags" Target="../tags/tag373.xml"/><Relationship Id="rId2" Type="http://schemas.openxmlformats.org/officeDocument/2006/relationships/tags" Target="../tags/tag368.xml"/><Relationship Id="rId1" Type="http://schemas.openxmlformats.org/officeDocument/2006/relationships/tags" Target="../tags/tag367.xml"/><Relationship Id="rId6" Type="http://schemas.openxmlformats.org/officeDocument/2006/relationships/tags" Target="../tags/tag372.xml"/><Relationship Id="rId11" Type="http://schemas.openxmlformats.org/officeDocument/2006/relationships/image" Target="../media/image3.jpeg"/><Relationship Id="rId5" Type="http://schemas.openxmlformats.org/officeDocument/2006/relationships/tags" Target="../tags/tag371.xml"/><Relationship Id="rId10" Type="http://schemas.openxmlformats.org/officeDocument/2006/relationships/image" Target="../media/image1.svg"/><Relationship Id="rId4" Type="http://schemas.openxmlformats.org/officeDocument/2006/relationships/tags" Target="../tags/tag370.xml"/><Relationship Id="rId9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382.xml"/><Relationship Id="rId13" Type="http://schemas.openxmlformats.org/officeDocument/2006/relationships/image" Target="../media/image3.jpeg"/><Relationship Id="rId3" Type="http://schemas.openxmlformats.org/officeDocument/2006/relationships/tags" Target="../tags/tag377.xml"/><Relationship Id="rId7" Type="http://schemas.openxmlformats.org/officeDocument/2006/relationships/tags" Target="../tags/tag381.xml"/><Relationship Id="rId12" Type="http://schemas.openxmlformats.org/officeDocument/2006/relationships/image" Target="../media/image1.svg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79.xml"/><Relationship Id="rId10" Type="http://schemas.openxmlformats.org/officeDocument/2006/relationships/tags" Target="../tags/tag384.xml"/><Relationship Id="rId4" Type="http://schemas.openxmlformats.org/officeDocument/2006/relationships/tags" Target="../tags/tag378.xml"/><Relationship Id="rId9" Type="http://schemas.openxmlformats.org/officeDocument/2006/relationships/tags" Target="../tags/tag383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392.xml"/><Relationship Id="rId13" Type="http://schemas.openxmlformats.org/officeDocument/2006/relationships/tags" Target="../tags/tag397.xml"/><Relationship Id="rId18" Type="http://schemas.openxmlformats.org/officeDocument/2006/relationships/image" Target="../media/image1.svg"/><Relationship Id="rId3" Type="http://schemas.openxmlformats.org/officeDocument/2006/relationships/tags" Target="../tags/tag387.xml"/><Relationship Id="rId7" Type="http://schemas.openxmlformats.org/officeDocument/2006/relationships/tags" Target="../tags/tag391.xml"/><Relationship Id="rId12" Type="http://schemas.openxmlformats.org/officeDocument/2006/relationships/tags" Target="../tags/tag396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386.xml"/><Relationship Id="rId16" Type="http://schemas.openxmlformats.org/officeDocument/2006/relationships/tags" Target="../tags/tag400.xml"/><Relationship Id="rId1" Type="http://schemas.openxmlformats.org/officeDocument/2006/relationships/tags" Target="../tags/tag385.xml"/><Relationship Id="rId6" Type="http://schemas.openxmlformats.org/officeDocument/2006/relationships/tags" Target="../tags/tag390.xml"/><Relationship Id="rId11" Type="http://schemas.openxmlformats.org/officeDocument/2006/relationships/tags" Target="../tags/tag395.xml"/><Relationship Id="rId5" Type="http://schemas.openxmlformats.org/officeDocument/2006/relationships/tags" Target="../tags/tag389.xml"/><Relationship Id="rId15" Type="http://schemas.openxmlformats.org/officeDocument/2006/relationships/tags" Target="../tags/tag399.xml"/><Relationship Id="rId10" Type="http://schemas.openxmlformats.org/officeDocument/2006/relationships/tags" Target="../tags/tag394.xml"/><Relationship Id="rId19" Type="http://schemas.openxmlformats.org/officeDocument/2006/relationships/image" Target="../media/image3.jpeg"/><Relationship Id="rId4" Type="http://schemas.openxmlformats.org/officeDocument/2006/relationships/tags" Target="../tags/tag388.xml"/><Relationship Id="rId9" Type="http://schemas.openxmlformats.org/officeDocument/2006/relationships/tags" Target="../tags/tag393.xml"/><Relationship Id="rId14" Type="http://schemas.openxmlformats.org/officeDocument/2006/relationships/tags" Target="../tags/tag398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02.xml"/><Relationship Id="rId1" Type="http://schemas.openxmlformats.org/officeDocument/2006/relationships/tags" Target="../tags/tag401.xml"/><Relationship Id="rId5" Type="http://schemas.openxmlformats.org/officeDocument/2006/relationships/image" Target="../media/image3.jpeg"/><Relationship Id="rId4" Type="http://schemas.openxmlformats.org/officeDocument/2006/relationships/image" Target="../media/image1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405.xml"/><Relationship Id="rId7" Type="http://schemas.openxmlformats.org/officeDocument/2006/relationships/image" Target="../media/image3.jpeg"/><Relationship Id="rId2" Type="http://schemas.openxmlformats.org/officeDocument/2006/relationships/tags" Target="../tags/tag404.xml"/><Relationship Id="rId1" Type="http://schemas.openxmlformats.org/officeDocument/2006/relationships/tags" Target="../tags/tag403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06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tags" Target="../tags/tag414.xml"/><Relationship Id="rId13" Type="http://schemas.openxmlformats.org/officeDocument/2006/relationships/image" Target="../media/image1.svg"/><Relationship Id="rId3" Type="http://schemas.openxmlformats.org/officeDocument/2006/relationships/tags" Target="../tags/tag409.xml"/><Relationship Id="rId7" Type="http://schemas.openxmlformats.org/officeDocument/2006/relationships/tags" Target="../tags/tag413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08.xml"/><Relationship Id="rId1" Type="http://schemas.openxmlformats.org/officeDocument/2006/relationships/tags" Target="../tags/tag407.xml"/><Relationship Id="rId6" Type="http://schemas.openxmlformats.org/officeDocument/2006/relationships/tags" Target="../tags/tag412.xml"/><Relationship Id="rId11" Type="http://schemas.openxmlformats.org/officeDocument/2006/relationships/tags" Target="../tags/tag417.xml"/><Relationship Id="rId5" Type="http://schemas.openxmlformats.org/officeDocument/2006/relationships/tags" Target="../tags/tag411.xml"/><Relationship Id="rId10" Type="http://schemas.openxmlformats.org/officeDocument/2006/relationships/tags" Target="../tags/tag416.xml"/><Relationship Id="rId4" Type="http://schemas.openxmlformats.org/officeDocument/2006/relationships/tags" Target="../tags/tag410.xml"/><Relationship Id="rId9" Type="http://schemas.openxmlformats.org/officeDocument/2006/relationships/tags" Target="../tags/tag415.xml"/><Relationship Id="rId14" Type="http://schemas.openxmlformats.org/officeDocument/2006/relationships/image" Target="../media/image3.jpe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tags" Target="../tags/tag425.xml"/><Relationship Id="rId13" Type="http://schemas.openxmlformats.org/officeDocument/2006/relationships/image" Target="../media/image1.svg"/><Relationship Id="rId3" Type="http://schemas.openxmlformats.org/officeDocument/2006/relationships/tags" Target="../tags/tag420.xml"/><Relationship Id="rId7" Type="http://schemas.openxmlformats.org/officeDocument/2006/relationships/tags" Target="../tags/tag42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19.xml"/><Relationship Id="rId1" Type="http://schemas.openxmlformats.org/officeDocument/2006/relationships/tags" Target="../tags/tag418.xml"/><Relationship Id="rId6" Type="http://schemas.openxmlformats.org/officeDocument/2006/relationships/tags" Target="../tags/tag423.xml"/><Relationship Id="rId11" Type="http://schemas.openxmlformats.org/officeDocument/2006/relationships/tags" Target="../tags/tag428.xml"/><Relationship Id="rId5" Type="http://schemas.openxmlformats.org/officeDocument/2006/relationships/tags" Target="../tags/tag422.xml"/><Relationship Id="rId10" Type="http://schemas.openxmlformats.org/officeDocument/2006/relationships/tags" Target="../tags/tag427.xml"/><Relationship Id="rId4" Type="http://schemas.openxmlformats.org/officeDocument/2006/relationships/tags" Target="../tags/tag421.xml"/><Relationship Id="rId9" Type="http://schemas.openxmlformats.org/officeDocument/2006/relationships/tags" Target="../tags/tag426.xml"/><Relationship Id="rId14" Type="http://schemas.openxmlformats.org/officeDocument/2006/relationships/image" Target="../media/image3.jpe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tags" Target="../tags/tag436.xml"/><Relationship Id="rId3" Type="http://schemas.openxmlformats.org/officeDocument/2006/relationships/tags" Target="../tags/tag431.xml"/><Relationship Id="rId7" Type="http://schemas.openxmlformats.org/officeDocument/2006/relationships/tags" Target="../tags/tag435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6" Type="http://schemas.openxmlformats.org/officeDocument/2006/relationships/tags" Target="../tags/tag434.xml"/><Relationship Id="rId11" Type="http://schemas.openxmlformats.org/officeDocument/2006/relationships/image" Target="../media/image3.jpeg"/><Relationship Id="rId5" Type="http://schemas.openxmlformats.org/officeDocument/2006/relationships/tags" Target="../tags/tag433.xml"/><Relationship Id="rId10" Type="http://schemas.openxmlformats.org/officeDocument/2006/relationships/image" Target="../media/image1.svg"/><Relationship Id="rId4" Type="http://schemas.openxmlformats.org/officeDocument/2006/relationships/tags" Target="../tags/tag432.xml"/><Relationship Id="rId9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tags" Target="../tags/tag43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38.xml"/><Relationship Id="rId1" Type="http://schemas.openxmlformats.org/officeDocument/2006/relationships/tags" Target="../tags/tag437.xml"/><Relationship Id="rId6" Type="http://schemas.openxmlformats.org/officeDocument/2006/relationships/tags" Target="../tags/tag442.xml"/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9" Type="http://schemas.openxmlformats.org/officeDocument/2006/relationships/image" Target="../media/image3.jpeg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450.xml"/><Relationship Id="rId3" Type="http://schemas.openxmlformats.org/officeDocument/2006/relationships/tags" Target="../tags/tag445.xml"/><Relationship Id="rId7" Type="http://schemas.openxmlformats.org/officeDocument/2006/relationships/tags" Target="../tags/tag449.xml"/><Relationship Id="rId2" Type="http://schemas.openxmlformats.org/officeDocument/2006/relationships/tags" Target="../tags/tag444.xml"/><Relationship Id="rId1" Type="http://schemas.openxmlformats.org/officeDocument/2006/relationships/tags" Target="../tags/tag443.xml"/><Relationship Id="rId6" Type="http://schemas.openxmlformats.org/officeDocument/2006/relationships/tags" Target="../tags/tag448.xml"/><Relationship Id="rId11" Type="http://schemas.openxmlformats.org/officeDocument/2006/relationships/image" Target="../media/image3.jpeg"/><Relationship Id="rId5" Type="http://schemas.openxmlformats.org/officeDocument/2006/relationships/tags" Target="../tags/tag447.xml"/><Relationship Id="rId10" Type="http://schemas.openxmlformats.org/officeDocument/2006/relationships/image" Target="../media/image1.svg"/><Relationship Id="rId4" Type="http://schemas.openxmlformats.org/officeDocument/2006/relationships/tags" Target="../tags/tag446.xml"/><Relationship Id="rId9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458.xml"/><Relationship Id="rId13" Type="http://schemas.openxmlformats.org/officeDocument/2006/relationships/image" Target="../media/image3.jpeg"/><Relationship Id="rId3" Type="http://schemas.openxmlformats.org/officeDocument/2006/relationships/tags" Target="../tags/tag453.xml"/><Relationship Id="rId7" Type="http://schemas.openxmlformats.org/officeDocument/2006/relationships/tags" Target="../tags/tag457.xml"/><Relationship Id="rId12" Type="http://schemas.openxmlformats.org/officeDocument/2006/relationships/image" Target="../media/image1.svg"/><Relationship Id="rId2" Type="http://schemas.openxmlformats.org/officeDocument/2006/relationships/tags" Target="../tags/tag452.xml"/><Relationship Id="rId1" Type="http://schemas.openxmlformats.org/officeDocument/2006/relationships/tags" Target="../tags/tag451.xml"/><Relationship Id="rId6" Type="http://schemas.openxmlformats.org/officeDocument/2006/relationships/tags" Target="../tags/tag456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55.xml"/><Relationship Id="rId10" Type="http://schemas.openxmlformats.org/officeDocument/2006/relationships/tags" Target="../tags/tag460.xml"/><Relationship Id="rId4" Type="http://schemas.openxmlformats.org/officeDocument/2006/relationships/tags" Target="../tags/tag454.xml"/><Relationship Id="rId9" Type="http://schemas.openxmlformats.org/officeDocument/2006/relationships/tags" Target="../tags/tag459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468.xml"/><Relationship Id="rId3" Type="http://schemas.openxmlformats.org/officeDocument/2006/relationships/tags" Target="../tags/tag463.xml"/><Relationship Id="rId7" Type="http://schemas.openxmlformats.org/officeDocument/2006/relationships/tags" Target="../tags/tag467.xml"/><Relationship Id="rId2" Type="http://schemas.openxmlformats.org/officeDocument/2006/relationships/tags" Target="../tags/tag462.xml"/><Relationship Id="rId1" Type="http://schemas.openxmlformats.org/officeDocument/2006/relationships/tags" Target="../tags/tag461.xml"/><Relationship Id="rId6" Type="http://schemas.openxmlformats.org/officeDocument/2006/relationships/tags" Target="../tags/tag466.xml"/><Relationship Id="rId11" Type="http://schemas.openxmlformats.org/officeDocument/2006/relationships/image" Target="../media/image3.jpeg"/><Relationship Id="rId5" Type="http://schemas.openxmlformats.org/officeDocument/2006/relationships/tags" Target="../tags/tag465.xml"/><Relationship Id="rId10" Type="http://schemas.openxmlformats.org/officeDocument/2006/relationships/image" Target="../media/image1.svg"/><Relationship Id="rId4" Type="http://schemas.openxmlformats.org/officeDocument/2006/relationships/tags" Target="../tags/tag464.xml"/><Relationship Id="rId9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tags" Target="../tags/tag47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70.xml"/><Relationship Id="rId1" Type="http://schemas.openxmlformats.org/officeDocument/2006/relationships/tags" Target="../tags/tag469.xml"/><Relationship Id="rId6" Type="http://schemas.openxmlformats.org/officeDocument/2006/relationships/tags" Target="../tags/tag474.xml"/><Relationship Id="rId5" Type="http://schemas.openxmlformats.org/officeDocument/2006/relationships/tags" Target="../tags/tag473.xml"/><Relationship Id="rId4" Type="http://schemas.openxmlformats.org/officeDocument/2006/relationships/tags" Target="../tags/tag472.xml"/><Relationship Id="rId9" Type="http://schemas.openxmlformats.org/officeDocument/2006/relationships/image" Target="../media/image3.jpe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477.xml"/><Relationship Id="rId7" Type="http://schemas.openxmlformats.org/officeDocument/2006/relationships/image" Target="../media/image3.jpeg"/><Relationship Id="rId2" Type="http://schemas.openxmlformats.org/officeDocument/2006/relationships/tags" Target="../tags/tag476.xml"/><Relationship Id="rId1" Type="http://schemas.openxmlformats.org/officeDocument/2006/relationships/tags" Target="../tags/tag475.xml"/><Relationship Id="rId6" Type="http://schemas.openxmlformats.org/officeDocument/2006/relationships/image" Target="../media/image15.svg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" Type="http://schemas.openxmlformats.org/officeDocument/2006/relationships/tags" Target="../tags/tag478.xml"/><Relationship Id="rId6" Type="http://schemas.openxmlformats.org/officeDocument/2006/relationships/image" Target="../media/image3.jpeg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5" Type="http://schemas.openxmlformats.org/officeDocument/2006/relationships/image" Target="../media/image3.jpeg"/><Relationship Id="rId4" Type="http://schemas.openxmlformats.org/officeDocument/2006/relationships/image" Target="../media/image1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83.xml"/><Relationship Id="rId4" Type="http://schemas.openxmlformats.org/officeDocument/2006/relationships/image" Target="../media/image3.jpeg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çılış Ekranı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Title">
            <a:extLst>
              <a:ext uri="{FF2B5EF4-FFF2-40B4-BE49-F238E27FC236}">
                <a16:creationId xmlns:a16="http://schemas.microsoft.com/office/drawing/2014/main" id="{0623C506-61A1-A34E-B1DD-A0DD7D1418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lvl1pPr>
          </a:lstStyle>
          <a:p>
            <a:r>
              <a:rPr lang="tr-TR" dirty="0"/>
              <a:t>Eğitim/Bölüm/Ders Adı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60707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 Anlatım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hor and Date">
            <a:extLst>
              <a:ext uri="{FF2B5EF4-FFF2-40B4-BE49-F238E27FC236}">
                <a16:creationId xmlns:a16="http://schemas.microsoft.com/office/drawing/2014/main" id="{E5E2BDF8-0349-334B-BF6A-D7072B112F4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49411" y="167779"/>
            <a:ext cx="15709901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Dersin adını buraya yazın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40B19-566E-A743-BF82-7FDFA5614D83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E5980-45BA-614F-AC8B-C106D2EB33A8}"/>
              </a:ext>
            </a:extLst>
          </p:cNvPr>
          <p:cNvSpPr txBox="1"/>
          <p:nvPr userDrawn="1"/>
        </p:nvSpPr>
        <p:spPr>
          <a:xfrm>
            <a:off x="6160286" y="631141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F5B0-9520-1A41-8DBD-9F983BCFBB0F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CF718-ACE3-2946-B725-C3C12C26870E}"/>
              </a:ext>
            </a:extLst>
          </p:cNvPr>
          <p:cNvSpPr txBox="1"/>
          <p:nvPr userDrawn="1"/>
        </p:nvSpPr>
        <p:spPr>
          <a:xfrm>
            <a:off x="23133892" y="279950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CEC82-FA21-5D4B-8318-FE278F38F3F6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© Miuul, Inc. All Rights 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0CEEE-A67E-6A49-B778-7AAC10C70C22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3" name="Author and Date">
            <a:extLst>
              <a:ext uri="{FF2B5EF4-FFF2-40B4-BE49-F238E27FC236}">
                <a16:creationId xmlns:a16="http://schemas.microsoft.com/office/drawing/2014/main" id="{EE642577-6C65-AC44-8B45-E9CBE07C539A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tutuyoruz. 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593886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ygulama/Pro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BA3E2F-7310-664B-8F7C-BCAA61B43015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Uygulama: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29AF0C-F761-0D48-B6EA-493695665B9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43065F-7CF2-7246-8CC0-F1495A4666C3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1535-6CBA-3E42-8BE4-22718C21AF32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96031-03CB-FC42-8AC2-462CCE101649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© Miuul, Inc. All Rights Reserved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28544-B5DB-ED48-90E0-26946CC9B600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Author and Date">
            <a:extLst>
              <a:ext uri="{FF2B5EF4-FFF2-40B4-BE49-F238E27FC236}">
                <a16:creationId xmlns:a16="http://schemas.microsoft.com/office/drawing/2014/main" id="{715D275F-DFDA-D245-9BDB-996B1F6EC6BD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529146" y="167779"/>
            <a:ext cx="13742854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‘Projenin adını buraya yazın’</a:t>
            </a:r>
          </a:p>
        </p:txBody>
      </p:sp>
      <p:sp>
        <p:nvSpPr>
          <p:cNvPr id="10" name="Author and Date">
            <a:extLst>
              <a:ext uri="{FF2B5EF4-FFF2-40B4-BE49-F238E27FC236}">
                <a16:creationId xmlns:a16="http://schemas.microsoft.com/office/drawing/2014/main" id="{0F3C4248-EB51-CF40-BD7E-040A2460A589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</a:t>
            </a:r>
          </a:p>
        </p:txBody>
      </p:sp>
    </p:spTree>
    <p:extLst>
      <p:ext uri="{BB962C8B-B14F-4D97-AF65-F5344CB8AC3E}">
        <p14:creationId xmlns:p14="http://schemas.microsoft.com/office/powerpoint/2010/main" val="302757029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Öz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31EE74-3E9F-4D4B-B3CB-FBB357DA2DF9}"/>
              </a:ext>
            </a:extLst>
          </p:cNvPr>
          <p:cNvSpPr/>
          <p:nvPr userDrawn="1"/>
        </p:nvSpPr>
        <p:spPr>
          <a:xfrm>
            <a:off x="1104899" y="2393941"/>
            <a:ext cx="10820397" cy="10350453"/>
          </a:xfrm>
          <a:prstGeom prst="rect">
            <a:avLst/>
          </a:prstGeom>
          <a:solidFill>
            <a:srgbClr val="03523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39120-26FA-9341-962C-7F435C73C35B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Bölüm Özeti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C12F33-0B8E-BC43-B871-1EA5470A992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A109C9-B7D5-DB4E-850C-7A5E9DB5B35C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A04EF-CF2A-4A4F-A9F2-EBBBD1E4DE2B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47171-6DE6-5548-A5D2-656F5E929FC1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© Miuul, Inc. All Rights Reserved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D83E3-93BE-A248-92F5-A6089CE21B46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54354A9F-DFCA-2E49-B4AA-AD78CA9ACE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397" y="6753904"/>
            <a:ext cx="9677400" cy="14331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3200" b="0" i="0" spc="0">
                <a:solidFill>
                  <a:srgbClr val="C9FFC7"/>
                </a:solidFill>
                <a:latin typeface="Chromatica" pitchFamily="2" charset="77"/>
              </a:defRPr>
            </a:lvl1pPr>
          </a:lstStyle>
          <a:p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buraya</a:t>
            </a:r>
            <a:r>
              <a:rPr lang="en-US" dirty="0"/>
              <a:t> </a:t>
            </a:r>
            <a:r>
              <a:rPr lang="en-US" dirty="0" err="1"/>
              <a:t>yazın</a:t>
            </a:r>
            <a:endParaRPr lang="en-T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0CC902-E0D0-8F48-8054-775921E13E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8706" y="2393942"/>
            <a:ext cx="10820394" cy="10350452"/>
          </a:xfrm>
          <a:prstGeom prst="rect">
            <a:avLst/>
          </a:prstGeom>
        </p:spPr>
        <p:txBody>
          <a:bodyPr anchor="ctr"/>
          <a:lstStyle>
            <a:lvl1pPr algn="l">
              <a:defRPr sz="3200" b="0" i="0">
                <a:latin typeface="Chromatica" pitchFamily="2" charset="77"/>
              </a:defRPr>
            </a:lvl1pPr>
          </a:lstStyle>
          <a:p>
            <a:pPr lvl="0"/>
            <a:r>
              <a:rPr lang="en-US" dirty="0"/>
              <a:t>’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Öğrendik</a:t>
            </a:r>
            <a:r>
              <a:rPr lang="en-US" dirty="0"/>
              <a:t>?’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maddeler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listeleyelim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5771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9AF0BE-EA0C-C2AF-FCBA-EAA6664E50DD}"/>
              </a:ext>
            </a:extLst>
          </p:cNvPr>
          <p:cNvSpPr/>
          <p:nvPr userDrawn="1"/>
        </p:nvSpPr>
        <p:spPr>
          <a:xfrm>
            <a:off x="20165980" y="0"/>
            <a:ext cx="4218020" cy="421802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23622" y="2131874"/>
            <a:ext cx="22014836" cy="833663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C28C2C46-CCA7-9BC1-5A92-7E912F07ED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75176" y="1144657"/>
            <a:ext cx="15417500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3133F166-DAE8-2B28-90E9-242BCBB409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4750" y="6154878"/>
            <a:ext cx="22034500" cy="756112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81312CE-2C3B-2F5A-EA24-F624616A490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3622" y="3211424"/>
            <a:ext cx="22014836" cy="251145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65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C79BE67-567B-E88E-133F-13F593DC6FD2}"/>
              </a:ext>
            </a:extLst>
          </p:cNvPr>
          <p:cNvSpPr/>
          <p:nvPr userDrawn="1"/>
        </p:nvSpPr>
        <p:spPr>
          <a:xfrm>
            <a:off x="20165980" y="0"/>
            <a:ext cx="4218020" cy="421802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23622" y="2131874"/>
            <a:ext cx="22014836" cy="833663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Name Date Placeholder">
            <a:extLst>
              <a:ext uri="{FF2B5EF4-FFF2-40B4-BE49-F238E27FC236}">
                <a16:creationId xmlns:a16="http://schemas.microsoft.com/office/drawing/2014/main" id="{2501E374-F1DA-2AD5-A054-82ED604C34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75176" y="1144657"/>
            <a:ext cx="15415200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bg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19">
            <a:extLst>
              <a:ext uri="{FF2B5EF4-FFF2-40B4-BE49-F238E27FC236}">
                <a16:creationId xmlns:a16="http://schemas.microsoft.com/office/drawing/2014/main" id="{BAABBAB7-1942-DB88-A446-DA1DD5C4476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4750" y="6154877"/>
            <a:ext cx="22034500" cy="7561122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7AE92216-3462-06F0-4D18-376C6118A8E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3622" y="3211424"/>
            <a:ext cx="22014836" cy="251145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23623" y="2609851"/>
            <a:ext cx="7109154" cy="144921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E4A27-B319-940F-EC8D-F396F3A975A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664576" y="0"/>
            <a:ext cx="15719424" cy="13716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EB890E5E-0BF5-2C53-0515-2FCFA1F6A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75176" y="951084"/>
            <a:ext cx="6057600" cy="80022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bg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1A72CF3F-194B-2168-FB64-F19FDC181A46}"/>
              </a:ext>
            </a:extLst>
          </p:cNvPr>
          <p:cNvSpPr/>
          <p:nvPr userDrawn="1"/>
        </p:nvSpPr>
        <p:spPr>
          <a:xfrm flipH="1">
            <a:off x="5357629" y="10403033"/>
            <a:ext cx="3312970" cy="3312970"/>
          </a:xfrm>
          <a:custGeom>
            <a:avLst/>
            <a:gdLst>
              <a:gd name="connsiteX0" fmla="*/ 0 w 1656485"/>
              <a:gd name="connsiteY0" fmla="*/ 0 h 1656485"/>
              <a:gd name="connsiteX1" fmla="*/ 1656485 w 1656485"/>
              <a:gd name="connsiteY1" fmla="*/ 1656485 h 1656485"/>
              <a:gd name="connsiteX2" fmla="*/ 964671 w 1656485"/>
              <a:gd name="connsiteY2" fmla="*/ 1656485 h 1656485"/>
              <a:gd name="connsiteX3" fmla="*/ 0 w 1656485"/>
              <a:gd name="connsiteY3" fmla="*/ 691814 h 1656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6485" h="1656485">
                <a:moveTo>
                  <a:pt x="0" y="0"/>
                </a:moveTo>
                <a:cubicBezTo>
                  <a:pt x="914851" y="0"/>
                  <a:pt x="1656485" y="741634"/>
                  <a:pt x="1656485" y="1656485"/>
                </a:cubicBezTo>
                <a:lnTo>
                  <a:pt x="964671" y="1656485"/>
                </a:lnTo>
                <a:cubicBezTo>
                  <a:pt x="964671" y="1123712"/>
                  <a:pt x="532773" y="691814"/>
                  <a:pt x="0" y="6918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44B1C277-5C83-A8EA-A3BF-E2E345D4380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3623" y="4277177"/>
            <a:ext cx="7109154" cy="753437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08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6161057" y="3292848"/>
            <a:ext cx="7048194" cy="2462212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70873"/>
            <a:ext cx="14536110" cy="376718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6159774" y="3292660"/>
            <a:ext cx="0" cy="24624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9A9C71F3-3653-5F93-98F0-79580F6C87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4750" y="6858000"/>
            <a:ext cx="22034500" cy="6858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65060C-9F23-811A-DF0F-D4517BCA2CA8}"/>
              </a:ext>
            </a:extLst>
          </p:cNvPr>
          <p:cNvSpPr/>
          <p:nvPr userDrawn="1"/>
        </p:nvSpPr>
        <p:spPr>
          <a:xfrm>
            <a:off x="20165980" y="0"/>
            <a:ext cx="4218020" cy="421802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</p:spTree>
    <p:extLst>
      <p:ext uri="{BB962C8B-B14F-4D97-AF65-F5344CB8AC3E}">
        <p14:creationId xmlns:p14="http://schemas.microsoft.com/office/powerpoint/2010/main" val="66674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1A3176-98E4-285D-410F-80643BA59375}"/>
              </a:ext>
            </a:extLst>
          </p:cNvPr>
          <p:cNvSpPr/>
          <p:nvPr userDrawn="1"/>
        </p:nvSpPr>
        <p:spPr>
          <a:xfrm>
            <a:off x="0" y="0"/>
            <a:ext cx="10827264" cy="1074276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20E06-4A57-EF61-67DE-8F0F1DC0CD18}"/>
              </a:ext>
            </a:extLst>
          </p:cNvPr>
          <p:cNvSpPr/>
          <p:nvPr userDrawn="1"/>
        </p:nvSpPr>
        <p:spPr>
          <a:xfrm>
            <a:off x="16151228" y="3164410"/>
            <a:ext cx="8232772" cy="272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6161057" y="3164410"/>
            <a:ext cx="7048194" cy="2719096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70873"/>
            <a:ext cx="14536110" cy="376718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8BC39D9E-7922-9CC3-19AA-E9F8E3601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4750" y="6858000"/>
            <a:ext cx="22034500" cy="6858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1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487CD5-A145-7D73-43F4-21D4D67453A2}"/>
              </a:ext>
            </a:extLst>
          </p:cNvPr>
          <p:cNvSpPr/>
          <p:nvPr userDrawn="1"/>
        </p:nvSpPr>
        <p:spPr>
          <a:xfrm>
            <a:off x="18981399" y="8329581"/>
            <a:ext cx="5402602" cy="5386422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4583" y="7732352"/>
            <a:ext cx="7048194" cy="2462212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3521435"/>
            <a:ext cx="10792800" cy="376718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183300" y="7732164"/>
            <a:ext cx="0" cy="24624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C009E7EB-E426-C637-3A35-333795CF34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407902" y="0"/>
            <a:ext cx="10801348" cy="12547600"/>
          </a:xfrm>
          <a:prstGeom prst="round2SameRect">
            <a:avLst>
              <a:gd name="adj1" fmla="val 0"/>
              <a:gd name="adj2" fmla="val 10287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6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1811862" y="5868445"/>
            <a:ext cx="10164240" cy="1303810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811862" y="7653221"/>
            <a:ext cx="10164240" cy="1303810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1811862" y="9437997"/>
            <a:ext cx="10164240" cy="1303810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811862" y="11222771"/>
            <a:ext cx="10164240" cy="1303810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13045010" y="5868445"/>
            <a:ext cx="10164240" cy="1303810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13045010" y="7653221"/>
            <a:ext cx="10164240" cy="1303810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13045010" y="9437997"/>
            <a:ext cx="10164240" cy="1303810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13045010" y="11222771"/>
            <a:ext cx="10164240" cy="1303810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Placeholder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183301" y="2670872"/>
            <a:ext cx="1079151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8924DA07-BE89-50EF-533E-2876D41C6386}"/>
              </a:ext>
            </a:extLst>
          </p:cNvPr>
          <p:cNvGrpSpPr/>
          <p:nvPr userDrawn="1"/>
        </p:nvGrpSpPr>
        <p:grpSpPr>
          <a:xfrm>
            <a:off x="1183300" y="6209856"/>
            <a:ext cx="620984" cy="620984"/>
            <a:chOff x="990456" y="3391893"/>
            <a:chExt cx="360000" cy="360000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A38C795C-BCBA-4592-8940-00D8EC46726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1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D2BBA68-F457-B5A6-0D2D-D8FD8AD372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8" name="Group">
            <a:extLst>
              <a:ext uri="{FF2B5EF4-FFF2-40B4-BE49-F238E27FC236}">
                <a16:creationId xmlns:a16="http://schemas.microsoft.com/office/drawing/2014/main" id="{39873E42-DEC9-9C3D-08CF-12E75A81E104}"/>
              </a:ext>
            </a:extLst>
          </p:cNvPr>
          <p:cNvGrpSpPr/>
          <p:nvPr userDrawn="1"/>
        </p:nvGrpSpPr>
        <p:grpSpPr>
          <a:xfrm>
            <a:off x="1183300" y="7994632"/>
            <a:ext cx="620984" cy="620984"/>
            <a:chOff x="990456" y="3391893"/>
            <a:chExt cx="360000" cy="360000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5F7F2012-151C-638D-39CE-1862BBB117E5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20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9935D05-8CD2-7465-03DF-DE39B30E93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1" name="Group">
            <a:extLst>
              <a:ext uri="{FF2B5EF4-FFF2-40B4-BE49-F238E27FC236}">
                <a16:creationId xmlns:a16="http://schemas.microsoft.com/office/drawing/2014/main" id="{BEFD107A-826D-1620-3C30-86166B72E268}"/>
              </a:ext>
            </a:extLst>
          </p:cNvPr>
          <p:cNvGrpSpPr/>
          <p:nvPr userDrawn="1"/>
        </p:nvGrpSpPr>
        <p:grpSpPr>
          <a:xfrm>
            <a:off x="1183300" y="9779408"/>
            <a:ext cx="620984" cy="620984"/>
            <a:chOff x="990456" y="3391893"/>
            <a:chExt cx="360000" cy="360000"/>
          </a:xfrm>
        </p:grpSpPr>
        <p:sp>
          <p:nvSpPr>
            <p:cNvPr id="22" name="Ellipse">
              <a:extLst>
                <a:ext uri="{FF2B5EF4-FFF2-40B4-BE49-F238E27FC236}">
                  <a16:creationId xmlns:a16="http://schemas.microsoft.com/office/drawing/2014/main" id="{8EE85E0F-4B43-E9B7-A1CB-6F23CFBD2DF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1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037A203-8AF5-228C-252E-EC862F1A50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2" name="Group">
            <a:extLst>
              <a:ext uri="{FF2B5EF4-FFF2-40B4-BE49-F238E27FC236}">
                <a16:creationId xmlns:a16="http://schemas.microsoft.com/office/drawing/2014/main" id="{FD382E07-BF74-9D2E-A661-AD99065491A6}"/>
              </a:ext>
            </a:extLst>
          </p:cNvPr>
          <p:cNvGrpSpPr/>
          <p:nvPr userDrawn="1"/>
        </p:nvGrpSpPr>
        <p:grpSpPr>
          <a:xfrm>
            <a:off x="1183300" y="11564182"/>
            <a:ext cx="620984" cy="620984"/>
            <a:chOff x="990456" y="3391893"/>
            <a:chExt cx="360000" cy="360000"/>
          </a:xfrm>
        </p:grpSpPr>
        <p:sp>
          <p:nvSpPr>
            <p:cNvPr id="33" name="Ellipse">
              <a:extLst>
                <a:ext uri="{FF2B5EF4-FFF2-40B4-BE49-F238E27FC236}">
                  <a16:creationId xmlns:a16="http://schemas.microsoft.com/office/drawing/2014/main" id="{A4827483-41EC-B87B-0585-920F6DD01EB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EE1633B-8EF0-3D77-11C4-84D3C416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5" name="Group">
            <a:extLst>
              <a:ext uri="{FF2B5EF4-FFF2-40B4-BE49-F238E27FC236}">
                <a16:creationId xmlns:a16="http://schemas.microsoft.com/office/drawing/2014/main" id="{690CA606-79C4-2886-0E5F-74B3C1F9F447}"/>
              </a:ext>
            </a:extLst>
          </p:cNvPr>
          <p:cNvGrpSpPr/>
          <p:nvPr userDrawn="1"/>
        </p:nvGrpSpPr>
        <p:grpSpPr>
          <a:xfrm>
            <a:off x="12416448" y="6209856"/>
            <a:ext cx="620984" cy="620984"/>
            <a:chOff x="990456" y="3391893"/>
            <a:chExt cx="360000" cy="360000"/>
          </a:xfrm>
        </p:grpSpPr>
        <p:sp>
          <p:nvSpPr>
            <p:cNvPr id="36" name="Ellipse">
              <a:extLst>
                <a:ext uri="{FF2B5EF4-FFF2-40B4-BE49-F238E27FC236}">
                  <a16:creationId xmlns:a16="http://schemas.microsoft.com/office/drawing/2014/main" id="{C6AA1E20-1B5D-DD7B-9745-5BFD6E5D80E2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BF992589-3556-E368-0B1C-E6443BC9C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CDFDC920-56EB-0D1E-9BEA-AF7AD2C41B58}"/>
              </a:ext>
            </a:extLst>
          </p:cNvPr>
          <p:cNvGrpSpPr/>
          <p:nvPr userDrawn="1"/>
        </p:nvGrpSpPr>
        <p:grpSpPr>
          <a:xfrm>
            <a:off x="12416448" y="7994632"/>
            <a:ext cx="620984" cy="620984"/>
            <a:chOff x="990456" y="3391893"/>
            <a:chExt cx="360000" cy="360000"/>
          </a:xfrm>
        </p:grpSpPr>
        <p:sp>
          <p:nvSpPr>
            <p:cNvPr id="58" name="Ellipse">
              <a:extLst>
                <a:ext uri="{FF2B5EF4-FFF2-40B4-BE49-F238E27FC236}">
                  <a16:creationId xmlns:a16="http://schemas.microsoft.com/office/drawing/2014/main" id="{8CFB35BA-2A40-5650-D270-2ED508138AA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59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6BE5C6E-E3AC-CCBD-4A5D-DCA041FEB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0" name="Group">
            <a:extLst>
              <a:ext uri="{FF2B5EF4-FFF2-40B4-BE49-F238E27FC236}">
                <a16:creationId xmlns:a16="http://schemas.microsoft.com/office/drawing/2014/main" id="{D95B7472-FB62-92D4-B60B-08F7A9285245}"/>
              </a:ext>
            </a:extLst>
          </p:cNvPr>
          <p:cNvGrpSpPr/>
          <p:nvPr userDrawn="1"/>
        </p:nvGrpSpPr>
        <p:grpSpPr>
          <a:xfrm>
            <a:off x="12416448" y="9779408"/>
            <a:ext cx="620984" cy="620984"/>
            <a:chOff x="990456" y="3391893"/>
            <a:chExt cx="360000" cy="360000"/>
          </a:xfrm>
        </p:grpSpPr>
        <p:sp>
          <p:nvSpPr>
            <p:cNvPr id="61" name="Ellipse">
              <a:extLst>
                <a:ext uri="{FF2B5EF4-FFF2-40B4-BE49-F238E27FC236}">
                  <a16:creationId xmlns:a16="http://schemas.microsoft.com/office/drawing/2014/main" id="{107C8028-1106-84A9-4018-288A39E046B7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6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BA22113-699C-8954-7AFE-A95E970102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3" name="Group">
            <a:extLst>
              <a:ext uri="{FF2B5EF4-FFF2-40B4-BE49-F238E27FC236}">
                <a16:creationId xmlns:a16="http://schemas.microsoft.com/office/drawing/2014/main" id="{0C3871D7-D20E-E1D6-951B-71415AF49E59}"/>
              </a:ext>
            </a:extLst>
          </p:cNvPr>
          <p:cNvGrpSpPr/>
          <p:nvPr userDrawn="1"/>
        </p:nvGrpSpPr>
        <p:grpSpPr>
          <a:xfrm>
            <a:off x="12416448" y="11564182"/>
            <a:ext cx="620984" cy="620984"/>
            <a:chOff x="990456" y="3391893"/>
            <a:chExt cx="360000" cy="360000"/>
          </a:xfrm>
        </p:grpSpPr>
        <p:sp>
          <p:nvSpPr>
            <p:cNvPr id="64" name="Ellipse">
              <a:extLst>
                <a:ext uri="{FF2B5EF4-FFF2-40B4-BE49-F238E27FC236}">
                  <a16:creationId xmlns:a16="http://schemas.microsoft.com/office/drawing/2014/main" id="{E2897212-0F36-A43F-D7CD-EB9253587348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65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5C38AEC-1D3A-A731-D46C-446BCFF19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19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84F482-2134-F524-1DE6-F9B9D55FF83F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70872"/>
            <a:ext cx="1079151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1811861" y="6814880"/>
            <a:ext cx="13907566" cy="651905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5BD44302-B412-8B8C-F85A-AA1C2A256424}"/>
              </a:ext>
            </a:extLst>
          </p:cNvPr>
          <p:cNvGrpSpPr/>
          <p:nvPr userDrawn="1"/>
        </p:nvGrpSpPr>
        <p:grpSpPr>
          <a:xfrm>
            <a:off x="1183300" y="6848516"/>
            <a:ext cx="620984" cy="620984"/>
            <a:chOff x="990456" y="3391893"/>
            <a:chExt cx="360000" cy="360000"/>
          </a:xfrm>
        </p:grpSpPr>
        <p:sp>
          <p:nvSpPr>
            <p:cNvPr id="2" name="Ellipse">
              <a:extLst>
                <a:ext uri="{FF2B5EF4-FFF2-40B4-BE49-F238E27FC236}">
                  <a16:creationId xmlns:a16="http://schemas.microsoft.com/office/drawing/2014/main" id="{193B250D-F778-C153-5B09-6093E6FCFC91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85D1908-94AA-27EF-4A25-FA8BD767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1811861" y="8296584"/>
            <a:ext cx="13907566" cy="651905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B4012B79-26B4-5CA4-8BAC-7922606024BE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1811861" y="9778288"/>
            <a:ext cx="13907566" cy="651905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 4">
            <a:extLst>
              <a:ext uri="{FF2B5EF4-FFF2-40B4-BE49-F238E27FC236}">
                <a16:creationId xmlns:a16="http://schemas.microsoft.com/office/drawing/2014/main" id="{2C3AC72D-025C-3A11-EA5D-E3AFA80D6FEF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1811861" y="11275984"/>
            <a:ext cx="13907566" cy="651905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8220C018-0222-066D-AD0C-DDDA51B52E65}"/>
              </a:ext>
            </a:extLst>
          </p:cNvPr>
          <p:cNvGrpSpPr/>
          <p:nvPr userDrawn="1"/>
        </p:nvGrpSpPr>
        <p:grpSpPr>
          <a:xfrm>
            <a:off x="1183300" y="8335254"/>
            <a:ext cx="620984" cy="620984"/>
            <a:chOff x="990456" y="3391893"/>
            <a:chExt cx="360000" cy="360000"/>
          </a:xfrm>
        </p:grpSpPr>
        <p:sp>
          <p:nvSpPr>
            <p:cNvPr id="13" name="Ellipse">
              <a:extLst>
                <a:ext uri="{FF2B5EF4-FFF2-40B4-BE49-F238E27FC236}">
                  <a16:creationId xmlns:a16="http://schemas.microsoft.com/office/drawing/2014/main" id="{7262C8ED-9F09-9216-670A-63181019D609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1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0398581A-7794-AA0C-C51E-669C58F89A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FA41952F-A81A-329B-7281-A86E79CADEC9}"/>
              </a:ext>
            </a:extLst>
          </p:cNvPr>
          <p:cNvGrpSpPr/>
          <p:nvPr userDrawn="1"/>
        </p:nvGrpSpPr>
        <p:grpSpPr>
          <a:xfrm>
            <a:off x="1183300" y="9821992"/>
            <a:ext cx="620984" cy="620984"/>
            <a:chOff x="990456" y="3391893"/>
            <a:chExt cx="360000" cy="360000"/>
          </a:xfrm>
        </p:grpSpPr>
        <p:sp>
          <p:nvSpPr>
            <p:cNvPr id="17" name="Ellipse">
              <a:extLst>
                <a:ext uri="{FF2B5EF4-FFF2-40B4-BE49-F238E27FC236}">
                  <a16:creationId xmlns:a16="http://schemas.microsoft.com/office/drawing/2014/main" id="{CDFE8CAF-8CD1-1573-3787-4B79B3649F5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18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96ACCB7-3B11-183B-E76B-EE28AF954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0" name="Group">
            <a:extLst>
              <a:ext uri="{FF2B5EF4-FFF2-40B4-BE49-F238E27FC236}">
                <a16:creationId xmlns:a16="http://schemas.microsoft.com/office/drawing/2014/main" id="{16A53DB9-4D1C-5269-D773-E4A25F89F19E}"/>
              </a:ext>
            </a:extLst>
          </p:cNvPr>
          <p:cNvGrpSpPr/>
          <p:nvPr userDrawn="1"/>
        </p:nvGrpSpPr>
        <p:grpSpPr>
          <a:xfrm>
            <a:off x="1183300" y="11308728"/>
            <a:ext cx="620984" cy="620984"/>
            <a:chOff x="990456" y="3391893"/>
            <a:chExt cx="360000" cy="360000"/>
          </a:xfrm>
        </p:grpSpPr>
        <p:sp>
          <p:nvSpPr>
            <p:cNvPr id="21" name="Ellipse">
              <a:extLst>
                <a:ext uri="{FF2B5EF4-FFF2-40B4-BE49-F238E27FC236}">
                  <a16:creationId xmlns:a16="http://schemas.microsoft.com/office/drawing/2014/main" id="{11D39A46-0017-F4C6-190A-126EBE02629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2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276E34A-66F5-F0DC-5854-5DEC0C0F77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72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Goal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1811862" y="6564053"/>
            <a:ext cx="10164240" cy="651905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811862" y="8348829"/>
            <a:ext cx="10164240" cy="651905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1811862" y="10133605"/>
            <a:ext cx="10164240" cy="651905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811862" y="11918379"/>
            <a:ext cx="10164240" cy="651905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13045010" y="6564053"/>
            <a:ext cx="10164240" cy="651905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13045010" y="8348829"/>
            <a:ext cx="10164240" cy="651905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13045010" y="10133605"/>
            <a:ext cx="10164240" cy="651905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13045010" y="11918379"/>
            <a:ext cx="10164240" cy="651905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Placeholder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183301" y="3202208"/>
            <a:ext cx="107915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8924DA07-BE89-50EF-533E-2876D41C6386}"/>
              </a:ext>
            </a:extLst>
          </p:cNvPr>
          <p:cNvGrpSpPr/>
          <p:nvPr userDrawn="1"/>
        </p:nvGrpSpPr>
        <p:grpSpPr>
          <a:xfrm>
            <a:off x="1183300" y="6579514"/>
            <a:ext cx="620984" cy="620984"/>
            <a:chOff x="990456" y="3391893"/>
            <a:chExt cx="360000" cy="360000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A38C795C-BCBA-4592-8940-00D8EC46726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1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D2BBA68-F457-B5A6-0D2D-D8FD8AD372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8" name="Group">
            <a:extLst>
              <a:ext uri="{FF2B5EF4-FFF2-40B4-BE49-F238E27FC236}">
                <a16:creationId xmlns:a16="http://schemas.microsoft.com/office/drawing/2014/main" id="{39873E42-DEC9-9C3D-08CF-12E75A81E104}"/>
              </a:ext>
            </a:extLst>
          </p:cNvPr>
          <p:cNvGrpSpPr/>
          <p:nvPr userDrawn="1"/>
        </p:nvGrpSpPr>
        <p:grpSpPr>
          <a:xfrm>
            <a:off x="1183300" y="8364290"/>
            <a:ext cx="620984" cy="620984"/>
            <a:chOff x="990456" y="3391893"/>
            <a:chExt cx="360000" cy="360000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5F7F2012-151C-638D-39CE-1862BBB117E5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20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9935D05-8CD2-7465-03DF-DE39B30E93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1" name="Group">
            <a:extLst>
              <a:ext uri="{FF2B5EF4-FFF2-40B4-BE49-F238E27FC236}">
                <a16:creationId xmlns:a16="http://schemas.microsoft.com/office/drawing/2014/main" id="{BEFD107A-826D-1620-3C30-86166B72E268}"/>
              </a:ext>
            </a:extLst>
          </p:cNvPr>
          <p:cNvGrpSpPr/>
          <p:nvPr userDrawn="1"/>
        </p:nvGrpSpPr>
        <p:grpSpPr>
          <a:xfrm>
            <a:off x="1183300" y="10149066"/>
            <a:ext cx="620984" cy="620984"/>
            <a:chOff x="990456" y="3391893"/>
            <a:chExt cx="360000" cy="360000"/>
          </a:xfrm>
        </p:grpSpPr>
        <p:sp>
          <p:nvSpPr>
            <p:cNvPr id="22" name="Ellipse">
              <a:extLst>
                <a:ext uri="{FF2B5EF4-FFF2-40B4-BE49-F238E27FC236}">
                  <a16:creationId xmlns:a16="http://schemas.microsoft.com/office/drawing/2014/main" id="{8EE85E0F-4B43-E9B7-A1CB-6F23CFBD2DF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1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037A203-8AF5-228C-252E-EC862F1A50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2" name="Group">
            <a:extLst>
              <a:ext uri="{FF2B5EF4-FFF2-40B4-BE49-F238E27FC236}">
                <a16:creationId xmlns:a16="http://schemas.microsoft.com/office/drawing/2014/main" id="{FD382E07-BF74-9D2E-A661-AD99065491A6}"/>
              </a:ext>
            </a:extLst>
          </p:cNvPr>
          <p:cNvGrpSpPr/>
          <p:nvPr userDrawn="1"/>
        </p:nvGrpSpPr>
        <p:grpSpPr>
          <a:xfrm>
            <a:off x="1183300" y="11933840"/>
            <a:ext cx="620984" cy="620984"/>
            <a:chOff x="990456" y="3391893"/>
            <a:chExt cx="360000" cy="360000"/>
          </a:xfrm>
        </p:grpSpPr>
        <p:sp>
          <p:nvSpPr>
            <p:cNvPr id="33" name="Ellipse">
              <a:extLst>
                <a:ext uri="{FF2B5EF4-FFF2-40B4-BE49-F238E27FC236}">
                  <a16:creationId xmlns:a16="http://schemas.microsoft.com/office/drawing/2014/main" id="{A4827483-41EC-B87B-0585-920F6DD01EB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EE1633B-8EF0-3D77-11C4-84D3C416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5" name="Group">
            <a:extLst>
              <a:ext uri="{FF2B5EF4-FFF2-40B4-BE49-F238E27FC236}">
                <a16:creationId xmlns:a16="http://schemas.microsoft.com/office/drawing/2014/main" id="{690CA606-79C4-2886-0E5F-74B3C1F9F447}"/>
              </a:ext>
            </a:extLst>
          </p:cNvPr>
          <p:cNvGrpSpPr/>
          <p:nvPr userDrawn="1"/>
        </p:nvGrpSpPr>
        <p:grpSpPr>
          <a:xfrm>
            <a:off x="12416448" y="6579514"/>
            <a:ext cx="620984" cy="620984"/>
            <a:chOff x="990456" y="3391893"/>
            <a:chExt cx="360000" cy="360000"/>
          </a:xfrm>
        </p:grpSpPr>
        <p:sp>
          <p:nvSpPr>
            <p:cNvPr id="36" name="Ellipse">
              <a:extLst>
                <a:ext uri="{FF2B5EF4-FFF2-40B4-BE49-F238E27FC236}">
                  <a16:creationId xmlns:a16="http://schemas.microsoft.com/office/drawing/2014/main" id="{C6AA1E20-1B5D-DD7B-9745-5BFD6E5D80E2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BF992589-3556-E368-0B1C-E6443BC9C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CDFDC920-56EB-0D1E-9BEA-AF7AD2C41B58}"/>
              </a:ext>
            </a:extLst>
          </p:cNvPr>
          <p:cNvGrpSpPr/>
          <p:nvPr userDrawn="1"/>
        </p:nvGrpSpPr>
        <p:grpSpPr>
          <a:xfrm>
            <a:off x="12416448" y="8364290"/>
            <a:ext cx="620984" cy="620984"/>
            <a:chOff x="990456" y="3391893"/>
            <a:chExt cx="360000" cy="360000"/>
          </a:xfrm>
        </p:grpSpPr>
        <p:sp>
          <p:nvSpPr>
            <p:cNvPr id="58" name="Ellipse">
              <a:extLst>
                <a:ext uri="{FF2B5EF4-FFF2-40B4-BE49-F238E27FC236}">
                  <a16:creationId xmlns:a16="http://schemas.microsoft.com/office/drawing/2014/main" id="{8CFB35BA-2A40-5650-D270-2ED508138AA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59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6BE5C6E-E3AC-CCBD-4A5D-DCA041FEB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0" name="Group">
            <a:extLst>
              <a:ext uri="{FF2B5EF4-FFF2-40B4-BE49-F238E27FC236}">
                <a16:creationId xmlns:a16="http://schemas.microsoft.com/office/drawing/2014/main" id="{D95B7472-FB62-92D4-B60B-08F7A9285245}"/>
              </a:ext>
            </a:extLst>
          </p:cNvPr>
          <p:cNvGrpSpPr/>
          <p:nvPr userDrawn="1"/>
        </p:nvGrpSpPr>
        <p:grpSpPr>
          <a:xfrm>
            <a:off x="12416448" y="10149066"/>
            <a:ext cx="620984" cy="620984"/>
            <a:chOff x="990456" y="3391893"/>
            <a:chExt cx="360000" cy="360000"/>
          </a:xfrm>
        </p:grpSpPr>
        <p:sp>
          <p:nvSpPr>
            <p:cNvPr id="61" name="Ellipse">
              <a:extLst>
                <a:ext uri="{FF2B5EF4-FFF2-40B4-BE49-F238E27FC236}">
                  <a16:creationId xmlns:a16="http://schemas.microsoft.com/office/drawing/2014/main" id="{107C8028-1106-84A9-4018-288A39E046B7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6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BA22113-699C-8954-7AFE-A95E970102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3" name="Group">
            <a:extLst>
              <a:ext uri="{FF2B5EF4-FFF2-40B4-BE49-F238E27FC236}">
                <a16:creationId xmlns:a16="http://schemas.microsoft.com/office/drawing/2014/main" id="{0C3871D7-D20E-E1D6-951B-71415AF49E59}"/>
              </a:ext>
            </a:extLst>
          </p:cNvPr>
          <p:cNvGrpSpPr/>
          <p:nvPr userDrawn="1"/>
        </p:nvGrpSpPr>
        <p:grpSpPr>
          <a:xfrm>
            <a:off x="12416448" y="11933840"/>
            <a:ext cx="620984" cy="620984"/>
            <a:chOff x="990456" y="3391893"/>
            <a:chExt cx="360000" cy="360000"/>
          </a:xfrm>
        </p:grpSpPr>
        <p:sp>
          <p:nvSpPr>
            <p:cNvPr id="64" name="Ellipse">
              <a:extLst>
                <a:ext uri="{FF2B5EF4-FFF2-40B4-BE49-F238E27FC236}">
                  <a16:creationId xmlns:a16="http://schemas.microsoft.com/office/drawing/2014/main" id="{E2897212-0F36-A43F-D7CD-EB9253587348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65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5C38AEC-1D3A-A731-D46C-446BCFF19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cxnSp>
        <p:nvCxnSpPr>
          <p:cNvPr id="5" name="Straight Connector">
            <a:extLst>
              <a:ext uri="{FF2B5EF4-FFF2-40B4-BE49-F238E27FC236}">
                <a16:creationId xmlns:a16="http://schemas.microsoft.com/office/drawing/2014/main" id="{9066A260-9DAD-4574-54FA-C74B682B4B42}"/>
              </a:ext>
            </a:extLst>
          </p:cNvPr>
          <p:cNvCxnSpPr>
            <a:cxnSpLocks/>
          </p:cNvCxnSpPr>
          <p:nvPr userDrawn="1"/>
        </p:nvCxnSpPr>
        <p:spPr>
          <a:xfrm flipV="1">
            <a:off x="12406978" y="2670872"/>
            <a:ext cx="0" cy="2318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593C21-4C64-7B70-73A1-882EC04772D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1"/>
            </p:custDataLst>
          </p:nvPr>
        </p:nvSpPr>
        <p:spPr>
          <a:xfrm>
            <a:off x="12662825" y="2672630"/>
            <a:ext cx="10553998" cy="2314884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20165980" y="0"/>
            <a:ext cx="4218020" cy="421802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8478134"/>
            <a:ext cx="8232776" cy="331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3" y="3545920"/>
            <a:ext cx="7048190" cy="1473838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6220" y="3545920"/>
            <a:ext cx="0" cy="331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4936" y="8478134"/>
            <a:ext cx="0" cy="331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8487340" y="3545920"/>
            <a:ext cx="0" cy="331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8743188" y="3545920"/>
            <a:ext cx="6976800" cy="331208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16232450" y="3545920"/>
            <a:ext cx="6976800" cy="3312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1183300" y="8502596"/>
            <a:ext cx="6976800" cy="3312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8743188" y="8502596"/>
            <a:ext cx="6976800" cy="3312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16232066" y="8502596"/>
            <a:ext cx="6976800" cy="3312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43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AC9B30-99F5-EF5B-E4AB-626A8B317B02}"/>
              </a:ext>
            </a:extLst>
          </p:cNvPr>
          <p:cNvSpPr/>
          <p:nvPr userDrawn="1"/>
        </p:nvSpPr>
        <p:spPr>
          <a:xfrm>
            <a:off x="20165980" y="0"/>
            <a:ext cx="4218020" cy="421802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8478133"/>
            <a:ext cx="8232776" cy="5237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3" y="3545920"/>
            <a:ext cx="7048190" cy="1473838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6220" y="3545920"/>
            <a:ext cx="0" cy="331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4936" y="8478134"/>
            <a:ext cx="0" cy="331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8487340" y="3545920"/>
            <a:ext cx="0" cy="331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8743188" y="3545920"/>
            <a:ext cx="6976800" cy="331208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16232450" y="3545920"/>
            <a:ext cx="6976800" cy="3312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5"/>
            </p:custDataLst>
          </p:nvPr>
        </p:nvSpPr>
        <p:spPr>
          <a:xfrm>
            <a:off x="1183300" y="8502596"/>
            <a:ext cx="6976800" cy="3312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8743188" y="8502596"/>
            <a:ext cx="6976800" cy="3312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16232066" y="8502596"/>
            <a:ext cx="6976800" cy="3312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59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F03EA96-511B-D4E1-07B4-42A629E75323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1" y="7264944"/>
            <a:ext cx="5286306" cy="6451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3" y="2699946"/>
            <a:ext cx="7048190" cy="1473838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9943826" y="7264944"/>
            <a:ext cx="0" cy="530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>
          <a:xfrm>
            <a:off x="1183300" y="7264944"/>
            <a:ext cx="4032000" cy="5306472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4"/>
            </p:custDataLst>
          </p:nvPr>
        </p:nvSpPr>
        <p:spPr>
          <a:xfrm>
            <a:off x="5679650" y="7264944"/>
            <a:ext cx="4032000" cy="53064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5"/>
            </p:custDataLst>
          </p:nvPr>
        </p:nvSpPr>
        <p:spPr>
          <a:xfrm>
            <a:off x="10176002" y="7264944"/>
            <a:ext cx="4032000" cy="53064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4000F21-D568-A32C-B35E-3F93A6F123C2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6"/>
            </p:custDataLst>
          </p:nvPr>
        </p:nvSpPr>
        <p:spPr>
          <a:xfrm>
            <a:off x="14672354" y="7264944"/>
            <a:ext cx="4032000" cy="53064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7C9694D-B068-942A-835F-28C9BB5A102B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19168700" y="7264944"/>
            <a:ext cx="4032000" cy="53064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5DC565D5-EF8A-2AEF-3EC6-E66F0F2827D5}"/>
              </a:ext>
            </a:extLst>
          </p:cNvPr>
          <p:cNvCxnSpPr>
            <a:cxnSpLocks/>
          </p:cNvCxnSpPr>
          <p:nvPr userDrawn="1"/>
        </p:nvCxnSpPr>
        <p:spPr>
          <a:xfrm flipV="1">
            <a:off x="14440178" y="7264944"/>
            <a:ext cx="0" cy="530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">
            <a:extLst>
              <a:ext uri="{FF2B5EF4-FFF2-40B4-BE49-F238E27FC236}">
                <a16:creationId xmlns:a16="http://schemas.microsoft.com/office/drawing/2014/main" id="{BA6AD9DB-245E-46D9-A88E-4F0C5D56A686}"/>
              </a:ext>
            </a:extLst>
          </p:cNvPr>
          <p:cNvCxnSpPr>
            <a:cxnSpLocks/>
          </p:cNvCxnSpPr>
          <p:nvPr userDrawn="1"/>
        </p:nvCxnSpPr>
        <p:spPr>
          <a:xfrm flipV="1">
            <a:off x="18936530" y="7264944"/>
            <a:ext cx="0" cy="530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54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7F35C0-A8EA-5309-30D4-7D326AA3723A}"/>
              </a:ext>
            </a:extLst>
          </p:cNvPr>
          <p:cNvSpPr/>
          <p:nvPr userDrawn="1"/>
        </p:nvSpPr>
        <p:spPr>
          <a:xfrm>
            <a:off x="18981399" y="8329581"/>
            <a:ext cx="5402602" cy="5386422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70873"/>
            <a:ext cx="10791518" cy="376718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407905" y="1"/>
            <a:ext cx="10801346" cy="12547598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1184583" y="6773547"/>
            <a:ext cx="10791518" cy="906366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D061B049-C148-6A93-50DA-BF08383D2E9D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4"/>
            </p:custDataLst>
          </p:nvPr>
        </p:nvSpPr>
        <p:spPr>
          <a:xfrm>
            <a:off x="1184583" y="7963104"/>
            <a:ext cx="10791518" cy="4589764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1C8CEB2B-733D-E677-EA35-EDB973B48694}"/>
              </a:ext>
            </a:extLst>
          </p:cNvPr>
          <p:cNvCxnSpPr>
            <a:cxnSpLocks/>
          </p:cNvCxnSpPr>
          <p:nvPr userDrawn="1"/>
        </p:nvCxnSpPr>
        <p:spPr>
          <a:xfrm>
            <a:off x="1183300" y="7970724"/>
            <a:ext cx="10360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54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18981399" y="8329581"/>
            <a:ext cx="5402602" cy="5386422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1283" y="6773543"/>
            <a:ext cx="11974818" cy="6942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4583" y="6773547"/>
            <a:ext cx="10791518" cy="906366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70873"/>
            <a:ext cx="10791518" cy="376718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1184583" y="7963104"/>
            <a:ext cx="10791518" cy="4589764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183300" y="7970724"/>
            <a:ext cx="10360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E8B634EE-36E3-DBCC-6013-189D5761B7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407905" y="1"/>
            <a:ext cx="10801346" cy="12547598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01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10827264" cy="1074276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12407901" y="6773543"/>
            <a:ext cx="11974818" cy="6942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2409183" y="6773547"/>
            <a:ext cx="10791518" cy="906366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407901" y="2670873"/>
            <a:ext cx="10791518" cy="3767186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12409183" y="7963104"/>
            <a:ext cx="10791518" cy="4589764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2839900" y="7970724"/>
            <a:ext cx="10360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59061C0-FADB-8B8B-8469-188444F940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3475" y="2609849"/>
            <a:ext cx="10801346" cy="11106150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20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B0940B-228F-F49A-EE37-2ADAF3C8A17C}"/>
              </a:ext>
            </a:extLst>
          </p:cNvPr>
          <p:cNvSpPr/>
          <p:nvPr userDrawn="1"/>
        </p:nvSpPr>
        <p:spPr>
          <a:xfrm>
            <a:off x="0" y="0"/>
            <a:ext cx="10827264" cy="1074276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2409183" y="6773547"/>
            <a:ext cx="10791518" cy="906366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407901" y="2670873"/>
            <a:ext cx="10791518" cy="3767186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12409183" y="7963104"/>
            <a:ext cx="10791518" cy="4589764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3475" y="2609849"/>
            <a:ext cx="10801346" cy="11106150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9A0E6AB1-F354-2FD0-7FF2-68DC2E37EAE8}"/>
              </a:ext>
            </a:extLst>
          </p:cNvPr>
          <p:cNvCxnSpPr>
            <a:cxnSpLocks/>
          </p:cNvCxnSpPr>
          <p:nvPr userDrawn="1"/>
        </p:nvCxnSpPr>
        <p:spPr>
          <a:xfrm>
            <a:off x="12839900" y="7970724"/>
            <a:ext cx="10360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8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6035160"/>
            <a:ext cx="11976100" cy="7680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4583" y="6035160"/>
            <a:ext cx="10791518" cy="18144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27414"/>
            <a:ext cx="14536126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1184583" y="7889594"/>
            <a:ext cx="10791518" cy="46512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2417733" y="6035160"/>
            <a:ext cx="10791518" cy="18144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12417733" y="7889594"/>
            <a:ext cx="10791518" cy="4652144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18981399" y="0"/>
            <a:ext cx="5402602" cy="538642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011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B1C815-8DA1-CCED-FD10-D26E4CA9015B}"/>
              </a:ext>
            </a:extLst>
          </p:cNvPr>
          <p:cNvSpPr/>
          <p:nvPr userDrawn="1"/>
        </p:nvSpPr>
        <p:spPr>
          <a:xfrm>
            <a:off x="13373784" y="3111309"/>
            <a:ext cx="11010216" cy="10604694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14536126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016D0-893B-92E8-9AA1-FD6381FF88E7}"/>
              </a:ext>
            </a:extLst>
          </p:cNvPr>
          <p:cNvSpPr/>
          <p:nvPr userDrawn="1"/>
        </p:nvSpPr>
        <p:spPr>
          <a:xfrm>
            <a:off x="1174750" y="5459911"/>
            <a:ext cx="10800000" cy="7104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1" name="Subtitle Placeholder 1">
            <a:extLst>
              <a:ext uri="{FF2B5EF4-FFF2-40B4-BE49-F238E27FC236}">
                <a16:creationId xmlns:a16="http://schemas.microsoft.com/office/drawing/2014/main" id="{FC47E551-1640-86A4-18AE-F72D1F74EA48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1176033" y="5479572"/>
            <a:ext cx="10791518" cy="1812732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6CA1BB8-199C-0E5D-3C89-52929563F6F1}"/>
              </a:ext>
            </a:extLst>
          </p:cNvPr>
          <p:cNvSpPr>
            <a:spLocks noGrp="1"/>
          </p:cNvSpPr>
          <p:nvPr>
            <p:ph type="body" idx="24"/>
            <p:custDataLst>
              <p:tags r:id="rId4"/>
            </p:custDataLst>
          </p:nvPr>
        </p:nvSpPr>
        <p:spPr>
          <a:xfrm>
            <a:off x="1176033" y="7407517"/>
            <a:ext cx="10791518" cy="5161066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AB4E527A-DAA8-CD4E-29C5-E53FF388CD0A}"/>
              </a:ext>
            </a:extLst>
          </p:cNvPr>
          <p:cNvCxnSpPr>
            <a:cxnSpLocks/>
          </p:cNvCxnSpPr>
          <p:nvPr userDrawn="1"/>
        </p:nvCxnSpPr>
        <p:spPr>
          <a:xfrm>
            <a:off x="1606750" y="7346356"/>
            <a:ext cx="993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4BB9ED-034D-C6F9-C12E-EE6AFCBE8B63}"/>
              </a:ext>
            </a:extLst>
          </p:cNvPr>
          <p:cNvSpPr/>
          <p:nvPr userDrawn="1"/>
        </p:nvSpPr>
        <p:spPr>
          <a:xfrm>
            <a:off x="12409250" y="5454643"/>
            <a:ext cx="10800000" cy="7104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FDC44773-9566-133D-C54F-DE817ADA78C9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2410533" y="5474304"/>
            <a:ext cx="10791518" cy="1812732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58BCE82-7643-6D49-671F-E8F6F4BF35C2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12410533" y="7402248"/>
            <a:ext cx="10791518" cy="5162400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96C92098-F7B2-B8BA-F3DD-11BC29FBC55B}"/>
              </a:ext>
            </a:extLst>
          </p:cNvPr>
          <p:cNvCxnSpPr>
            <a:cxnSpLocks/>
          </p:cNvCxnSpPr>
          <p:nvPr userDrawn="1"/>
        </p:nvCxnSpPr>
        <p:spPr>
          <a:xfrm>
            <a:off x="12841250" y="7341088"/>
            <a:ext cx="993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470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2609850"/>
            <a:ext cx="11976100" cy="69427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4583" y="2609850"/>
            <a:ext cx="10791518" cy="18144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10044620"/>
            <a:ext cx="14536124" cy="251145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184583" y="4464285"/>
            <a:ext cx="10791518" cy="5088362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2417733" y="2609850"/>
            <a:ext cx="10791518" cy="18144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12417733" y="4464284"/>
            <a:ext cx="10791518" cy="5090400"/>
          </a:xfrm>
        </p:spPr>
        <p:txBody>
          <a:bodyPr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C6DEEA-2581-F272-852C-04C1FF646F9C}"/>
              </a:ext>
            </a:extLst>
          </p:cNvPr>
          <p:cNvSpPr/>
          <p:nvPr userDrawn="1"/>
        </p:nvSpPr>
        <p:spPr>
          <a:xfrm>
            <a:off x="20165980" y="9497980"/>
            <a:ext cx="4218020" cy="421802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638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A12C68-EE2C-5DA9-5627-4F1AD2DEFF53}"/>
              </a:ext>
            </a:extLst>
          </p:cNvPr>
          <p:cNvSpPr/>
          <p:nvPr userDrawn="1"/>
        </p:nvSpPr>
        <p:spPr>
          <a:xfrm>
            <a:off x="20165980" y="0"/>
            <a:ext cx="4218020" cy="421802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6039703"/>
            <a:ext cx="8232776" cy="7676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6353665"/>
            <a:ext cx="7048192" cy="1521919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2627414"/>
            <a:ext cx="22025948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1183300" y="7895448"/>
            <a:ext cx="7048192" cy="4652144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8743188" y="6354977"/>
            <a:ext cx="6977184" cy="1521919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8743188" y="7895446"/>
            <a:ext cx="6977184" cy="46512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16232066" y="6354977"/>
            <a:ext cx="6977184" cy="1521919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16232066" y="7895446"/>
            <a:ext cx="6977184" cy="46512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6220" y="6041014"/>
            <a:ext cx="0" cy="6560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103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123CC8-CEE8-6788-2928-2D6336784563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6039703"/>
            <a:ext cx="8232776" cy="7676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 dirty="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6353665"/>
            <a:ext cx="7048192" cy="1521919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27414"/>
            <a:ext cx="22025950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1183300" y="7895448"/>
            <a:ext cx="7048192" cy="4652144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8743188" y="6354977"/>
            <a:ext cx="6977184" cy="1521919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8743188" y="7895446"/>
            <a:ext cx="6977184" cy="46512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16232066" y="6354977"/>
            <a:ext cx="6977184" cy="1521919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16232066" y="7895446"/>
            <a:ext cx="6977184" cy="46512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6220" y="6039702"/>
            <a:ext cx="0" cy="6560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97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18981399" y="8329581"/>
            <a:ext cx="5402602" cy="5386422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2626914"/>
            <a:ext cx="7048192" cy="1376512"/>
          </a:xfrm>
        </p:spPr>
        <p:txBody>
          <a:bodyPr wrap="square" lIns="0" tIns="0" rIns="216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10059888"/>
            <a:ext cx="22025948" cy="251145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183300" y="4023291"/>
            <a:ext cx="7048192" cy="5088362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8743188" y="2628226"/>
            <a:ext cx="6977184" cy="1376512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8743188" y="4023288"/>
            <a:ext cx="6977184" cy="50904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16232066" y="2628226"/>
            <a:ext cx="6977184" cy="1376512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16232066" y="4023288"/>
            <a:ext cx="6977184" cy="50904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6220" y="2624452"/>
            <a:ext cx="0" cy="648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8487340" y="2626915"/>
            <a:ext cx="0" cy="6484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72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C2E0A61-0234-702E-067F-C82A0A33075E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4854850"/>
            <a:ext cx="10792800" cy="1376512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183300" y="6251225"/>
            <a:ext cx="10792800" cy="2159154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183300" y="8975716"/>
            <a:ext cx="10792800" cy="13752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1183300" y="10374030"/>
            <a:ext cx="10792800" cy="216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12192000" y="4854850"/>
            <a:ext cx="0" cy="76791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12416450" y="4854850"/>
            <a:ext cx="10792800" cy="13752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12416450" y="6251224"/>
            <a:ext cx="10792800" cy="216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12416450" y="8975716"/>
            <a:ext cx="10792800" cy="13752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12416450" y="10374030"/>
            <a:ext cx="10792800" cy="216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1174750" y="8694440"/>
            <a:ext cx="22034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158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7629C5-7E8A-94CF-735B-521E7711D3CF}"/>
              </a:ext>
            </a:extLst>
          </p:cNvPr>
          <p:cNvSpPr/>
          <p:nvPr userDrawn="1"/>
        </p:nvSpPr>
        <p:spPr>
          <a:xfrm>
            <a:off x="20165980" y="0"/>
            <a:ext cx="4218020" cy="421802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2D126-165F-307A-B2CB-0EB7A59BC512}"/>
              </a:ext>
            </a:extLst>
          </p:cNvPr>
          <p:cNvSpPr/>
          <p:nvPr userDrawn="1"/>
        </p:nvSpPr>
        <p:spPr>
          <a:xfrm>
            <a:off x="2" y="8485248"/>
            <a:ext cx="11967552" cy="52307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183300" y="4450592"/>
            <a:ext cx="10792800" cy="13752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183300" y="5848906"/>
            <a:ext cx="10792800" cy="216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2416450" y="4440370"/>
            <a:ext cx="10792800" cy="13752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12416450" y="5836744"/>
            <a:ext cx="10792800" cy="216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12416450" y="8538184"/>
            <a:ext cx="10792800" cy="1812732"/>
          </a:xfrm>
        </p:spPr>
        <p:txBody>
          <a:bodyPr wrap="square" lIns="108000" tIns="21600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12416450" y="10374030"/>
            <a:ext cx="10792800" cy="216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 3">
            <a:extLst>
              <a:ext uri="{FF2B5EF4-FFF2-40B4-BE49-F238E27FC236}">
                <a16:creationId xmlns:a16="http://schemas.microsoft.com/office/drawing/2014/main" id="{FCCEE109-5079-2C83-359F-17F9EA63E1A0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1183300" y="8538184"/>
            <a:ext cx="10792800" cy="181273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760D815-A1E8-136C-C020-88D9721F7C28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1183300" y="10374030"/>
            <a:ext cx="10792800" cy="216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251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2787FBB-B349-D934-0382-A63F3684880C}"/>
              </a:ext>
            </a:extLst>
          </p:cNvPr>
          <p:cNvSpPr/>
          <p:nvPr userDrawn="1"/>
        </p:nvSpPr>
        <p:spPr>
          <a:xfrm>
            <a:off x="13373784" y="3111309"/>
            <a:ext cx="11010216" cy="10604694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4854850"/>
            <a:ext cx="10792800" cy="1376512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183300" y="6251225"/>
            <a:ext cx="10792800" cy="2159154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183300" y="8975716"/>
            <a:ext cx="10792800" cy="13752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1183300" y="10374030"/>
            <a:ext cx="10792800" cy="216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12192000" y="4854850"/>
            <a:ext cx="0" cy="76791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12416450" y="4854850"/>
            <a:ext cx="10792800" cy="13752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12416450" y="6251224"/>
            <a:ext cx="10792800" cy="216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12416450" y="8975716"/>
            <a:ext cx="10792800" cy="13752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12416450" y="10374030"/>
            <a:ext cx="10792800" cy="216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1174750" y="8694440"/>
            <a:ext cx="22034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24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AAF0927-60AA-2E70-21DA-B169FE622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1183299" y="3883142"/>
            <a:ext cx="14536126" cy="1878664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1174750" y="6085571"/>
            <a:ext cx="22034500" cy="6462030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129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A42FC63-E3E9-ADF6-12D4-A938DE8BB3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1183299" y="3883142"/>
            <a:ext cx="14536126" cy="1878664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1174750" y="6085571"/>
            <a:ext cx="22034500" cy="6462030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127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980010-D5E4-128C-6EB9-4E785B7459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1656064" y="4728568"/>
            <a:ext cx="3709224" cy="3709224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6064" y="4728568"/>
            <a:ext cx="3709224" cy="3709224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2086123" y="5691603"/>
            <a:ext cx="2953602" cy="178315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9184976" y="4728568"/>
            <a:ext cx="3709224" cy="3709224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84976" y="4728568"/>
            <a:ext cx="3709224" cy="3709224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9615035" y="5691603"/>
            <a:ext cx="2953602" cy="178315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183300" y="9096945"/>
            <a:ext cx="7049476" cy="797311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1183300" y="9913592"/>
            <a:ext cx="7049476" cy="2657752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8705538" y="9093167"/>
            <a:ext cx="7013888" cy="797311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8705538" y="9913592"/>
            <a:ext cx="7013888" cy="265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634CB3D6-AF8B-D045-366E-D77BCC389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92190" y="4328149"/>
            <a:ext cx="7008512" cy="9387850"/>
          </a:xfrm>
          <a:prstGeom prst="round2SameRect">
            <a:avLst>
              <a:gd name="adj1" fmla="val 14058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F1B372DA-9935-3A17-75AC-847C7FD2E3DE}"/>
              </a:ext>
            </a:extLst>
          </p:cNvPr>
          <p:cNvCxnSpPr>
            <a:cxnSpLocks/>
          </p:cNvCxnSpPr>
          <p:nvPr userDrawn="1"/>
        </p:nvCxnSpPr>
        <p:spPr>
          <a:xfrm flipV="1">
            <a:off x="8487340" y="8911411"/>
            <a:ext cx="0" cy="365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33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B58DB9E0-A111-D80B-F056-E870998443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1656064" y="4728568"/>
            <a:ext cx="3709224" cy="3709224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6064" y="4728568"/>
            <a:ext cx="3709224" cy="3709224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2086123" y="5691603"/>
            <a:ext cx="2953602" cy="178315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9184976" y="4728568"/>
            <a:ext cx="3709224" cy="3709224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84976" y="4728568"/>
            <a:ext cx="3709224" cy="3709224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9615035" y="5691603"/>
            <a:ext cx="2953602" cy="178315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183300" y="9096945"/>
            <a:ext cx="7049476" cy="797311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1183300" y="9913592"/>
            <a:ext cx="7049476" cy="2657752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8705538" y="9093167"/>
            <a:ext cx="7013888" cy="797311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8705538" y="9913592"/>
            <a:ext cx="7013888" cy="265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16674800" y="4728568"/>
            <a:ext cx="3709224" cy="3709224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74800" y="4728568"/>
            <a:ext cx="3709224" cy="3709224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17104859" y="5691603"/>
            <a:ext cx="2953602" cy="178315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16195362" y="9093167"/>
            <a:ext cx="7013888" cy="797311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16195362" y="9913592"/>
            <a:ext cx="7013888" cy="265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6220" y="8911411"/>
            <a:ext cx="0" cy="365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8487340" y="8911411"/>
            <a:ext cx="0" cy="365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217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A53BED7D-9B4C-F0B0-35EC-131C9D48E1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1652692" y="4858108"/>
            <a:ext cx="2911752" cy="291175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2692" y="4858108"/>
            <a:ext cx="2911752" cy="291175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949277" y="5614092"/>
            <a:ext cx="2318586" cy="1399784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7261350" y="4858108"/>
            <a:ext cx="2911752" cy="291175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61350" y="4858108"/>
            <a:ext cx="2911752" cy="291175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7557935" y="5614092"/>
            <a:ext cx="2318586" cy="1399784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183301" y="8562053"/>
            <a:ext cx="5176226" cy="797311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1183301" y="9385228"/>
            <a:ext cx="5176226" cy="31536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6791959" y="8562053"/>
            <a:ext cx="5184774" cy="797311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6791959" y="9382479"/>
            <a:ext cx="5184774" cy="315635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12878556" y="4858108"/>
            <a:ext cx="2911752" cy="291175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8556" y="4858108"/>
            <a:ext cx="2911752" cy="291175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13175141" y="5614092"/>
            <a:ext cx="2318586" cy="1399784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12409165" y="8562053"/>
            <a:ext cx="5183826" cy="797311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12409165" y="9385228"/>
            <a:ext cx="5183826" cy="3153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12192948" y="8374340"/>
            <a:ext cx="0" cy="4177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6575742" y="8376100"/>
            <a:ext cx="0" cy="41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A09F6F27-9F30-799E-367C-16817FD937C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2"/>
            </p:custDataLst>
          </p:nvPr>
        </p:nvSpPr>
        <p:spPr>
          <a:xfrm>
            <a:off x="18025425" y="8562053"/>
            <a:ext cx="5183826" cy="797311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FADA109-6263-C03F-1866-3F1F760BF347}"/>
              </a:ext>
            </a:extLst>
          </p:cNvPr>
          <p:cNvSpPr>
            <a:spLocks noGrp="1"/>
          </p:cNvSpPr>
          <p:nvPr>
            <p:ph type="body" idx="43"/>
            <p:custDataLst>
              <p:tags r:id="rId13"/>
            </p:custDataLst>
          </p:nvPr>
        </p:nvSpPr>
        <p:spPr>
          <a:xfrm>
            <a:off x="18025425" y="9385228"/>
            <a:ext cx="5183826" cy="3153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375800F5-BEE8-1439-6390-996DAF17C8B6}"/>
              </a:ext>
            </a:extLst>
          </p:cNvPr>
          <p:cNvCxnSpPr>
            <a:cxnSpLocks/>
          </p:cNvCxnSpPr>
          <p:nvPr userDrawn="1"/>
        </p:nvCxnSpPr>
        <p:spPr>
          <a:xfrm flipV="1">
            <a:off x="17809206" y="8376100"/>
            <a:ext cx="0" cy="41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adial">
            <a:extLst>
              <a:ext uri="{FF2B5EF4-FFF2-40B4-BE49-F238E27FC236}">
                <a16:creationId xmlns:a16="http://schemas.microsoft.com/office/drawing/2014/main" id="{11F02CDE-C4FA-0860-88A2-D501429A83D6}"/>
              </a:ext>
            </a:extLst>
          </p:cNvPr>
          <p:cNvSpPr/>
          <p:nvPr userDrawn="1"/>
        </p:nvSpPr>
        <p:spPr>
          <a:xfrm>
            <a:off x="18494816" y="4751604"/>
            <a:ext cx="2911752" cy="291175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3600"/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10C33DB2-873C-8451-424A-4F8DE02D9A8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8494816" y="4751604"/>
            <a:ext cx="2911752" cy="291175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2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828800"/>
            <a:endParaRPr lang="en-GB" dirty="0"/>
          </a:p>
        </p:txBody>
      </p:sp>
      <p:sp>
        <p:nvSpPr>
          <p:cNvPr id="32" name="Percent Placeholder">
            <a:extLst>
              <a:ext uri="{FF2B5EF4-FFF2-40B4-BE49-F238E27FC236}">
                <a16:creationId xmlns:a16="http://schemas.microsoft.com/office/drawing/2014/main" id="{F2660B19-E5CF-03D7-C3FC-F91885EF0782}"/>
              </a:ext>
            </a:extLst>
          </p:cNvPr>
          <p:cNvSpPr>
            <a:spLocks noGrp="1"/>
          </p:cNvSpPr>
          <p:nvPr>
            <p:ph type="body" sz="quarter" idx="45" hasCustomPrompt="1"/>
            <p:custDataLst>
              <p:tags r:id="rId14"/>
            </p:custDataLst>
          </p:nvPr>
        </p:nvSpPr>
        <p:spPr>
          <a:xfrm>
            <a:off x="18791401" y="5507588"/>
            <a:ext cx="2318586" cy="1399784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728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2DD536-A2A5-57D4-7C13-0C85489060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-1284" y="4472338"/>
            <a:ext cx="8232776" cy="9243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4472338"/>
            <a:ext cx="7048192" cy="2428284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2627414"/>
            <a:ext cx="2202594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183300" y="6920486"/>
            <a:ext cx="7048192" cy="564934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8656027" y="4315142"/>
            <a:ext cx="14544674" cy="8254684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329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3DCAE93-984F-6BAF-7659-0C1DB74808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16151224" y="4472338"/>
            <a:ext cx="8232776" cy="9243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6161058" y="4472338"/>
            <a:ext cx="7048192" cy="2428284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2627414"/>
            <a:ext cx="2202594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6161058" y="6920486"/>
            <a:ext cx="7048192" cy="564934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1183303" y="4315142"/>
            <a:ext cx="14544674" cy="8254684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57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BC909B0-AB3A-A385-E788-BE45F87851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472338"/>
            <a:ext cx="8232776" cy="92436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4472338"/>
            <a:ext cx="7048192" cy="2428284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2627414"/>
            <a:ext cx="2202594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183300" y="6920486"/>
            <a:ext cx="7048192" cy="564934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8664577" y="4315142"/>
            <a:ext cx="14544674" cy="8254684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73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C8BD1B8-800F-2024-8154-C9971B993F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64800" y="0"/>
            <a:ext cx="4219200" cy="4219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16151224" y="4472338"/>
            <a:ext cx="8232776" cy="92436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6161058" y="4472338"/>
            <a:ext cx="7048192" cy="2428284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2627414"/>
            <a:ext cx="2202594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6161058" y="6920486"/>
            <a:ext cx="7048192" cy="564934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1183303" y="4315142"/>
            <a:ext cx="14544674" cy="8254684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087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B3D486-5A7A-B6E6-4CB8-E79CAD13705A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D0B66B6-05C1-C118-A185-F71B19D9D728}"/>
              </a:ext>
            </a:extLst>
          </p:cNvPr>
          <p:cNvSpPr/>
          <p:nvPr userDrawn="1"/>
        </p:nvSpPr>
        <p:spPr>
          <a:xfrm>
            <a:off x="16195363" y="5611730"/>
            <a:ext cx="5608026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51A8FEF-D06C-0A75-D126-5710089E484C}"/>
              </a:ext>
            </a:extLst>
          </p:cNvPr>
          <p:cNvSpPr/>
          <p:nvPr userDrawn="1"/>
        </p:nvSpPr>
        <p:spPr>
          <a:xfrm>
            <a:off x="8705539" y="5611730"/>
            <a:ext cx="5608026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183298" y="7803787"/>
            <a:ext cx="7049476" cy="1594622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183298" y="9417745"/>
            <a:ext cx="7049476" cy="315635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8705538" y="7803786"/>
            <a:ext cx="7013888" cy="15984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8705538" y="9417744"/>
            <a:ext cx="7013888" cy="3153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16195362" y="7803786"/>
            <a:ext cx="7013888" cy="1598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16195362" y="9417744"/>
            <a:ext cx="7013888" cy="3153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1417137" y="6486530"/>
            <a:ext cx="21792114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083ABD58-9311-5E0A-E133-45FB6D7FE59D}"/>
              </a:ext>
            </a:extLst>
          </p:cNvPr>
          <p:cNvSpPr/>
          <p:nvPr userDrawn="1"/>
        </p:nvSpPr>
        <p:spPr>
          <a:xfrm>
            <a:off x="1183299" y="5611730"/>
            <a:ext cx="5608026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1183298" y="5610942"/>
            <a:ext cx="5608800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8705538" y="5611730"/>
            <a:ext cx="5608800" cy="17496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16195362" y="5611730"/>
            <a:ext cx="5608800" cy="17496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361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1882EC-4C61-D53A-2DF1-C2C530AC6C13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183298" y="7803787"/>
            <a:ext cx="5176228" cy="1594622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183298" y="9417745"/>
            <a:ext cx="5176228" cy="315635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6791326" y="7803786"/>
            <a:ext cx="5176228" cy="15984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6791326" y="9417744"/>
            <a:ext cx="5176228" cy="3153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12416451" y="7803786"/>
            <a:ext cx="5176226" cy="1598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12416451" y="9417744"/>
            <a:ext cx="5176226" cy="3153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1417137" y="6487318"/>
            <a:ext cx="22473010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18024475" y="7803786"/>
            <a:ext cx="5176226" cy="1598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18024475" y="9417744"/>
            <a:ext cx="5176226" cy="3153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4E8829-0031-5716-BC81-D3952FE30DB4}"/>
              </a:ext>
            </a:extLst>
          </p:cNvPr>
          <p:cNvSpPr/>
          <p:nvPr userDrawn="1"/>
        </p:nvSpPr>
        <p:spPr>
          <a:xfrm>
            <a:off x="1183298" y="5612518"/>
            <a:ext cx="5166964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7" name="Milestone Placeholder 1">
            <a:extLst>
              <a:ext uri="{FF2B5EF4-FFF2-40B4-BE49-F238E27FC236}">
                <a16:creationId xmlns:a16="http://schemas.microsoft.com/office/drawing/2014/main" id="{08B428FB-6482-9C5A-35C7-01BD09EB6F49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1"/>
            </p:custDataLst>
          </p:nvPr>
        </p:nvSpPr>
        <p:spPr>
          <a:xfrm>
            <a:off x="1183299" y="5611730"/>
            <a:ext cx="5167678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88D9286-05CE-FD15-5C51-08AF5AB76E54}"/>
              </a:ext>
            </a:extLst>
          </p:cNvPr>
          <p:cNvSpPr/>
          <p:nvPr userDrawn="1"/>
        </p:nvSpPr>
        <p:spPr>
          <a:xfrm>
            <a:off x="6791326" y="5612518"/>
            <a:ext cx="5166964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28" name="Milestone Placeholder 2">
            <a:extLst>
              <a:ext uri="{FF2B5EF4-FFF2-40B4-BE49-F238E27FC236}">
                <a16:creationId xmlns:a16="http://schemas.microsoft.com/office/drawing/2014/main" id="{8E6D622D-C0BB-A2E5-3D5D-5C16D78C05D2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2"/>
            </p:custDataLst>
          </p:nvPr>
        </p:nvSpPr>
        <p:spPr>
          <a:xfrm>
            <a:off x="6791327" y="5611730"/>
            <a:ext cx="5167678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9C54EA3-73B0-F1F9-EE54-4A4A6C12D778}"/>
              </a:ext>
            </a:extLst>
          </p:cNvPr>
          <p:cNvSpPr/>
          <p:nvPr userDrawn="1"/>
        </p:nvSpPr>
        <p:spPr>
          <a:xfrm>
            <a:off x="12416450" y="5612518"/>
            <a:ext cx="5166964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0" name="Milestone Placeholder 3">
            <a:extLst>
              <a:ext uri="{FF2B5EF4-FFF2-40B4-BE49-F238E27FC236}">
                <a16:creationId xmlns:a16="http://schemas.microsoft.com/office/drawing/2014/main" id="{A6088B3A-B7C4-E400-13A1-30A990CA0320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3"/>
            </p:custDataLst>
          </p:nvPr>
        </p:nvSpPr>
        <p:spPr>
          <a:xfrm>
            <a:off x="12416451" y="5611730"/>
            <a:ext cx="5167678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D218F089-FAE1-871B-8094-397B6497E91D}"/>
              </a:ext>
            </a:extLst>
          </p:cNvPr>
          <p:cNvSpPr/>
          <p:nvPr userDrawn="1"/>
        </p:nvSpPr>
        <p:spPr>
          <a:xfrm>
            <a:off x="18024474" y="5612518"/>
            <a:ext cx="5166964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2" name="Milestone Placeholder 4">
            <a:extLst>
              <a:ext uri="{FF2B5EF4-FFF2-40B4-BE49-F238E27FC236}">
                <a16:creationId xmlns:a16="http://schemas.microsoft.com/office/drawing/2014/main" id="{38BCB0D6-F854-4F6C-15ED-092810FEB250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4"/>
            </p:custDataLst>
          </p:nvPr>
        </p:nvSpPr>
        <p:spPr>
          <a:xfrm>
            <a:off x="18024475" y="5611730"/>
            <a:ext cx="5167678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790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48CA2F4-DDDA-B0A1-31F2-47C4968E0547}"/>
              </a:ext>
            </a:extLst>
          </p:cNvPr>
          <p:cNvSpPr/>
          <p:nvPr userDrawn="1"/>
        </p:nvSpPr>
        <p:spPr>
          <a:xfrm>
            <a:off x="13373784" y="3111309"/>
            <a:ext cx="11010216" cy="10604694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183298" y="6672090"/>
            <a:ext cx="4032000" cy="22104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183298" y="8913742"/>
            <a:ext cx="4032000" cy="36576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5680156" y="6672090"/>
            <a:ext cx="4032000" cy="22104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5680156" y="8913744"/>
            <a:ext cx="4032000" cy="3657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10212246" y="6672090"/>
            <a:ext cx="4032000" cy="2210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10212246" y="8913744"/>
            <a:ext cx="4032000" cy="3657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1417137" y="5345250"/>
            <a:ext cx="22473010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14671848" y="6672090"/>
            <a:ext cx="4032000" cy="2210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14671848" y="8913744"/>
            <a:ext cx="4032000" cy="3657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1"/>
            </p:custDataLst>
          </p:nvPr>
        </p:nvSpPr>
        <p:spPr>
          <a:xfrm>
            <a:off x="19177250" y="6672090"/>
            <a:ext cx="4032000" cy="2210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>
            <p:ph type="body" idx="49"/>
            <p:custDataLst>
              <p:tags r:id="rId12"/>
            </p:custDataLst>
          </p:nvPr>
        </p:nvSpPr>
        <p:spPr>
          <a:xfrm>
            <a:off x="19177250" y="8913744"/>
            <a:ext cx="4032000" cy="3657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B60F9F9-E27B-3EA1-23AC-A5C0F17EEAA8}"/>
              </a:ext>
            </a:extLst>
          </p:cNvPr>
          <p:cNvSpPr/>
          <p:nvPr userDrawn="1"/>
        </p:nvSpPr>
        <p:spPr>
          <a:xfrm>
            <a:off x="1183298" y="4470450"/>
            <a:ext cx="4032000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051014AC-7F22-7641-1883-0D82EE224F63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3"/>
            </p:custDataLst>
          </p:nvPr>
        </p:nvSpPr>
        <p:spPr>
          <a:xfrm>
            <a:off x="1183300" y="4469662"/>
            <a:ext cx="4032000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0976540-AE30-88FC-8414-CA50A550F0B5}"/>
              </a:ext>
            </a:extLst>
          </p:cNvPr>
          <p:cNvSpPr/>
          <p:nvPr userDrawn="1"/>
        </p:nvSpPr>
        <p:spPr>
          <a:xfrm>
            <a:off x="5680156" y="4470450"/>
            <a:ext cx="4032000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0" name="Milestone Placeholder 2">
            <a:extLst>
              <a:ext uri="{FF2B5EF4-FFF2-40B4-BE49-F238E27FC236}">
                <a16:creationId xmlns:a16="http://schemas.microsoft.com/office/drawing/2014/main" id="{D12F69EA-6B22-526D-6903-7519716EED45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4"/>
            </p:custDataLst>
          </p:nvPr>
        </p:nvSpPr>
        <p:spPr>
          <a:xfrm>
            <a:off x="5680156" y="4469662"/>
            <a:ext cx="4032000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C40EED84-8D5B-0E76-35BA-E655C130DC93}"/>
              </a:ext>
            </a:extLst>
          </p:cNvPr>
          <p:cNvSpPr/>
          <p:nvPr userDrawn="1"/>
        </p:nvSpPr>
        <p:spPr>
          <a:xfrm>
            <a:off x="10212246" y="4470450"/>
            <a:ext cx="4032000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2" name="Milestone Placeholder 3">
            <a:extLst>
              <a:ext uri="{FF2B5EF4-FFF2-40B4-BE49-F238E27FC236}">
                <a16:creationId xmlns:a16="http://schemas.microsoft.com/office/drawing/2014/main" id="{AC363315-4735-25D0-B483-7E4E8820CCA6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5"/>
            </p:custDataLst>
          </p:nvPr>
        </p:nvSpPr>
        <p:spPr>
          <a:xfrm>
            <a:off x="10212246" y="4469662"/>
            <a:ext cx="4032000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B3AD1FA5-85F1-7CB4-66A2-94AF7F3A0412}"/>
              </a:ext>
            </a:extLst>
          </p:cNvPr>
          <p:cNvSpPr/>
          <p:nvPr userDrawn="1"/>
        </p:nvSpPr>
        <p:spPr>
          <a:xfrm>
            <a:off x="14671848" y="4470450"/>
            <a:ext cx="4032000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4" name="Milestone Placeholder 4">
            <a:extLst>
              <a:ext uri="{FF2B5EF4-FFF2-40B4-BE49-F238E27FC236}">
                <a16:creationId xmlns:a16="http://schemas.microsoft.com/office/drawing/2014/main" id="{E7D75203-5C9F-C24D-F3D6-599AB108A86A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6"/>
            </p:custDataLst>
          </p:nvPr>
        </p:nvSpPr>
        <p:spPr>
          <a:xfrm>
            <a:off x="14671848" y="4469662"/>
            <a:ext cx="4032000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8FE1E665-37B3-56D4-E2D8-AEB6C3790D5D}"/>
              </a:ext>
            </a:extLst>
          </p:cNvPr>
          <p:cNvSpPr/>
          <p:nvPr userDrawn="1"/>
        </p:nvSpPr>
        <p:spPr>
          <a:xfrm>
            <a:off x="19177250" y="4470450"/>
            <a:ext cx="4032000" cy="17496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6" name="Milestone Placeholder 5">
            <a:extLst>
              <a:ext uri="{FF2B5EF4-FFF2-40B4-BE49-F238E27FC236}">
                <a16:creationId xmlns:a16="http://schemas.microsoft.com/office/drawing/2014/main" id="{395DA238-AC4E-8BD1-F718-EF32E5336A14}"/>
              </a:ext>
            </a:extLst>
          </p:cNvPr>
          <p:cNvSpPr>
            <a:spLocks noGrp="1"/>
          </p:cNvSpPr>
          <p:nvPr>
            <p:ph type="body" idx="55" hasCustomPrompt="1"/>
            <p:custDataLst>
              <p:tags r:id="rId17"/>
            </p:custDataLst>
          </p:nvPr>
        </p:nvSpPr>
        <p:spPr>
          <a:xfrm>
            <a:off x="19177250" y="4469662"/>
            <a:ext cx="4032000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185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D74310-20BA-EC1E-5B61-14E9FFB3FB15}"/>
              </a:ext>
            </a:extLst>
          </p:cNvPr>
          <p:cNvSpPr/>
          <p:nvPr userDrawn="1"/>
        </p:nvSpPr>
        <p:spPr>
          <a:xfrm>
            <a:off x="13373784" y="3111309"/>
            <a:ext cx="11010216" cy="10604694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1417137" y="5619264"/>
            <a:ext cx="22473010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8C291B19-9C59-7A5E-6181-3B531E0F57C3}"/>
              </a:ext>
            </a:extLst>
          </p:cNvPr>
          <p:cNvSpPr/>
          <p:nvPr userDrawn="1"/>
        </p:nvSpPr>
        <p:spPr>
          <a:xfrm>
            <a:off x="1174748" y="4745252"/>
            <a:ext cx="3319200" cy="17496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92B260A-E024-5FCF-2E6A-F3FF10A19CD1}"/>
              </a:ext>
            </a:extLst>
          </p:cNvPr>
          <p:cNvSpPr/>
          <p:nvPr userDrawn="1"/>
        </p:nvSpPr>
        <p:spPr>
          <a:xfrm>
            <a:off x="4917808" y="4745252"/>
            <a:ext cx="3319200" cy="17496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D21F401-CD7E-C03D-5A75-DF617757E7B8}"/>
              </a:ext>
            </a:extLst>
          </p:cNvPr>
          <p:cNvSpPr/>
          <p:nvPr userDrawn="1"/>
        </p:nvSpPr>
        <p:spPr>
          <a:xfrm>
            <a:off x="8660868" y="4745252"/>
            <a:ext cx="3319200" cy="17496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58EF337-E698-C1FA-B8B5-5F71005D3F26}"/>
              </a:ext>
            </a:extLst>
          </p:cNvPr>
          <p:cNvSpPr/>
          <p:nvPr userDrawn="1"/>
        </p:nvSpPr>
        <p:spPr>
          <a:xfrm>
            <a:off x="12403928" y="4745252"/>
            <a:ext cx="3319200" cy="17496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1A30095-CCC5-3BB3-BF43-263DE41025E0}"/>
              </a:ext>
            </a:extLst>
          </p:cNvPr>
          <p:cNvSpPr/>
          <p:nvPr userDrawn="1"/>
        </p:nvSpPr>
        <p:spPr>
          <a:xfrm>
            <a:off x="16146988" y="4745252"/>
            <a:ext cx="3319200" cy="17496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2491B3F1-9639-DDDF-3D2F-04BBCA705939}"/>
              </a:ext>
            </a:extLst>
          </p:cNvPr>
          <p:cNvSpPr/>
          <p:nvPr userDrawn="1"/>
        </p:nvSpPr>
        <p:spPr>
          <a:xfrm>
            <a:off x="19890048" y="4745252"/>
            <a:ext cx="3319200" cy="17496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1174748" y="4743676"/>
            <a:ext cx="3319200" cy="1751176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4917808" y="4743676"/>
            <a:ext cx="3319200" cy="1751176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8660868" y="4743676"/>
            <a:ext cx="3319200" cy="1751176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12403928" y="4743676"/>
            <a:ext cx="3319200" cy="1751176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16146988" y="4743676"/>
            <a:ext cx="3319200" cy="1751176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19890048" y="4743676"/>
            <a:ext cx="3319200" cy="1751176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1174748" y="9137254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117474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491780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491780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866086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866086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1240392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1240392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1614698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1614698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1989004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1989004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037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407EAB9-C914-C8E0-07DE-CC586ED168E9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39E0A6E2-94E4-5023-9DAB-83851A28247B}"/>
              </a:ext>
            </a:extLst>
          </p:cNvPr>
          <p:cNvSpPr/>
          <p:nvPr userDrawn="1"/>
        </p:nvSpPr>
        <p:spPr>
          <a:xfrm>
            <a:off x="8705538" y="5609242"/>
            <a:ext cx="7013888" cy="17511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83832DE-E5C6-1A79-82D7-083CECBFF5F0}"/>
              </a:ext>
            </a:extLst>
          </p:cNvPr>
          <p:cNvSpPr/>
          <p:nvPr userDrawn="1"/>
        </p:nvSpPr>
        <p:spPr>
          <a:xfrm rot="5400000">
            <a:off x="15038037" y="628453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28" name="Ellipse">
            <a:extLst>
              <a:ext uri="{FF2B5EF4-FFF2-40B4-BE49-F238E27FC236}">
                <a16:creationId xmlns:a16="http://schemas.microsoft.com/office/drawing/2014/main" id="{F9B559FE-F868-5779-6C3E-033E43A07A3A}"/>
              </a:ext>
            </a:extLst>
          </p:cNvPr>
          <p:cNvSpPr/>
          <p:nvPr userDrawn="1"/>
        </p:nvSpPr>
        <p:spPr>
          <a:xfrm>
            <a:off x="16151228" y="5609242"/>
            <a:ext cx="7058024" cy="17511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967777-B2F3-2EB3-094A-1A78B0997D51}"/>
              </a:ext>
            </a:extLst>
          </p:cNvPr>
          <p:cNvSpPr/>
          <p:nvPr userDrawn="1"/>
        </p:nvSpPr>
        <p:spPr>
          <a:xfrm rot="5400000">
            <a:off x="22527861" y="628453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2BC3F7B2-19DC-8724-9EE6-90D903BFCE11}"/>
              </a:ext>
            </a:extLst>
          </p:cNvPr>
          <p:cNvSpPr/>
          <p:nvPr userDrawn="1"/>
        </p:nvSpPr>
        <p:spPr>
          <a:xfrm>
            <a:off x="1183299" y="5609242"/>
            <a:ext cx="7049478" cy="17511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9C5167E-4384-6A94-852F-2CDB4F018DB2}"/>
              </a:ext>
            </a:extLst>
          </p:cNvPr>
          <p:cNvSpPr/>
          <p:nvPr userDrawn="1"/>
        </p:nvSpPr>
        <p:spPr>
          <a:xfrm rot="5400000">
            <a:off x="7551387" y="628453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1183298" y="7803787"/>
            <a:ext cx="7049476" cy="1594622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1183298" y="9417745"/>
            <a:ext cx="7049476" cy="315635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8705538" y="7803786"/>
            <a:ext cx="7013888" cy="15984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8705538" y="9417744"/>
            <a:ext cx="7013888" cy="3153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16195362" y="7803786"/>
            <a:ext cx="7013888" cy="1598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16195362" y="9417744"/>
            <a:ext cx="7013888" cy="3153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1183298" y="5609242"/>
            <a:ext cx="6439468" cy="1751176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8705537" y="5610030"/>
            <a:ext cx="6403878" cy="17496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16195361" y="5610030"/>
            <a:ext cx="6403878" cy="17496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1" name="Straight Connector">
            <a:extLst>
              <a:ext uri="{FF2B5EF4-FFF2-40B4-BE49-F238E27FC236}">
                <a16:creationId xmlns:a16="http://schemas.microsoft.com/office/drawing/2014/main" id="{81418EF6-4E15-FCF0-D169-B347892E552B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76220" y="7819344"/>
            <a:ext cx="0" cy="47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7C887D68-6F40-78A4-FD3B-096FED1A54B1}"/>
              </a:ext>
            </a:extLst>
          </p:cNvPr>
          <p:cNvCxnSpPr>
            <a:cxnSpLocks/>
          </p:cNvCxnSpPr>
          <p:nvPr userDrawn="1"/>
        </p:nvCxnSpPr>
        <p:spPr>
          <a:xfrm flipV="1">
            <a:off x="8487340" y="7819344"/>
            <a:ext cx="0" cy="47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362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C3A608C-E42F-DB8F-AEBB-C0026E06E2CF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26661785-C7F6-A804-FCB7-6D3C45B80C54}"/>
              </a:ext>
            </a:extLst>
          </p:cNvPr>
          <p:cNvSpPr/>
          <p:nvPr userDrawn="1"/>
        </p:nvSpPr>
        <p:spPr>
          <a:xfrm>
            <a:off x="1174750" y="5602850"/>
            <a:ext cx="5184776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6AF7F01-1313-A1CC-5A13-6B2B5531CD6F}"/>
              </a:ext>
            </a:extLst>
          </p:cNvPr>
          <p:cNvSpPr/>
          <p:nvPr userDrawn="1"/>
        </p:nvSpPr>
        <p:spPr>
          <a:xfrm rot="5400000">
            <a:off x="5678137" y="627735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89A333F5-5377-ADF5-0D76-6555CEA802A7}"/>
              </a:ext>
            </a:extLst>
          </p:cNvPr>
          <p:cNvSpPr/>
          <p:nvPr userDrawn="1"/>
        </p:nvSpPr>
        <p:spPr>
          <a:xfrm>
            <a:off x="6782778" y="5602850"/>
            <a:ext cx="5184776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314BF19-7EFE-2A99-A1D2-E22605DBCA55}"/>
              </a:ext>
            </a:extLst>
          </p:cNvPr>
          <p:cNvSpPr/>
          <p:nvPr userDrawn="1"/>
        </p:nvSpPr>
        <p:spPr>
          <a:xfrm rot="5400000">
            <a:off x="11286165" y="627735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0" name="Ellipse">
            <a:extLst>
              <a:ext uri="{FF2B5EF4-FFF2-40B4-BE49-F238E27FC236}">
                <a16:creationId xmlns:a16="http://schemas.microsoft.com/office/drawing/2014/main" id="{3E87863C-9E47-F875-ED22-2AEB67B304E2}"/>
              </a:ext>
            </a:extLst>
          </p:cNvPr>
          <p:cNvSpPr/>
          <p:nvPr userDrawn="1"/>
        </p:nvSpPr>
        <p:spPr>
          <a:xfrm>
            <a:off x="12407900" y="5602850"/>
            <a:ext cx="5184776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04420FD-83B4-CE8E-19B9-F7C6C38DDD3F}"/>
              </a:ext>
            </a:extLst>
          </p:cNvPr>
          <p:cNvSpPr/>
          <p:nvPr userDrawn="1"/>
        </p:nvSpPr>
        <p:spPr>
          <a:xfrm rot="5400000">
            <a:off x="16911287" y="627735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B987DC4D-C07C-9B1C-CB0C-6F54AC19F575}"/>
              </a:ext>
            </a:extLst>
          </p:cNvPr>
          <p:cNvSpPr/>
          <p:nvPr userDrawn="1"/>
        </p:nvSpPr>
        <p:spPr>
          <a:xfrm>
            <a:off x="18015924" y="5602850"/>
            <a:ext cx="5184776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59E5FB1-4CE6-A88D-3296-FBFEA5823B62}"/>
              </a:ext>
            </a:extLst>
          </p:cNvPr>
          <p:cNvSpPr/>
          <p:nvPr userDrawn="1"/>
        </p:nvSpPr>
        <p:spPr>
          <a:xfrm rot="5400000">
            <a:off x="22519311" y="627735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1183298" y="7803787"/>
            <a:ext cx="5176228" cy="1594622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1183298" y="9417745"/>
            <a:ext cx="5176228" cy="315635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6791326" y="7803786"/>
            <a:ext cx="5176228" cy="15984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6791326" y="9417744"/>
            <a:ext cx="5176228" cy="3153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12416451" y="7803786"/>
            <a:ext cx="5176226" cy="1598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12416451" y="9417744"/>
            <a:ext cx="5176226" cy="3153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1183299" y="5602062"/>
            <a:ext cx="4558690" cy="1751176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6791327" y="5602850"/>
            <a:ext cx="4558690" cy="17496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12416452" y="5602850"/>
            <a:ext cx="4566216" cy="17496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18024475" y="7803786"/>
            <a:ext cx="5176226" cy="1598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18024475" y="9417744"/>
            <a:ext cx="5176226" cy="3153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18024476" y="5602850"/>
            <a:ext cx="4566216" cy="17496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5" name="Straight Connector">
            <a:extLst>
              <a:ext uri="{FF2B5EF4-FFF2-40B4-BE49-F238E27FC236}">
                <a16:creationId xmlns:a16="http://schemas.microsoft.com/office/drawing/2014/main" id="{792B7E05-EECF-F6C3-624B-7DDB8A0E8245}"/>
              </a:ext>
            </a:extLst>
          </p:cNvPr>
          <p:cNvCxnSpPr>
            <a:cxnSpLocks/>
          </p:cNvCxnSpPr>
          <p:nvPr userDrawn="1"/>
        </p:nvCxnSpPr>
        <p:spPr>
          <a:xfrm flipV="1">
            <a:off x="12192948" y="7803787"/>
            <a:ext cx="0" cy="47483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">
            <a:extLst>
              <a:ext uri="{FF2B5EF4-FFF2-40B4-BE49-F238E27FC236}">
                <a16:creationId xmlns:a16="http://schemas.microsoft.com/office/drawing/2014/main" id="{04FB9B1B-5ADB-09E6-481D-34BAB46B84DC}"/>
              </a:ext>
            </a:extLst>
          </p:cNvPr>
          <p:cNvCxnSpPr>
            <a:cxnSpLocks/>
          </p:cNvCxnSpPr>
          <p:nvPr userDrawn="1"/>
        </p:nvCxnSpPr>
        <p:spPr>
          <a:xfrm flipV="1">
            <a:off x="6575742" y="7803786"/>
            <a:ext cx="0" cy="47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0CA14D6E-139D-A3AE-BA6E-34613C2FD1AF}"/>
              </a:ext>
            </a:extLst>
          </p:cNvPr>
          <p:cNvCxnSpPr>
            <a:cxnSpLocks/>
          </p:cNvCxnSpPr>
          <p:nvPr userDrawn="1"/>
        </p:nvCxnSpPr>
        <p:spPr>
          <a:xfrm flipV="1">
            <a:off x="17809206" y="7803786"/>
            <a:ext cx="0" cy="47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84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4584C3C-4256-7CE0-100E-B1FF8A92D63C}"/>
              </a:ext>
            </a:extLst>
          </p:cNvPr>
          <p:cNvSpPr/>
          <p:nvPr userDrawn="1"/>
        </p:nvSpPr>
        <p:spPr>
          <a:xfrm>
            <a:off x="13373784" y="3111309"/>
            <a:ext cx="11010216" cy="10604694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323AE6BB-A198-008A-0898-475ED5885CD6}"/>
              </a:ext>
            </a:extLst>
          </p:cNvPr>
          <p:cNvSpPr/>
          <p:nvPr userDrawn="1"/>
        </p:nvSpPr>
        <p:spPr>
          <a:xfrm>
            <a:off x="1174750" y="4490490"/>
            <a:ext cx="4040548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5DF0834-0A95-40C0-F058-63DC0FB088C3}"/>
              </a:ext>
            </a:extLst>
          </p:cNvPr>
          <p:cNvSpPr/>
          <p:nvPr userDrawn="1"/>
        </p:nvSpPr>
        <p:spPr>
          <a:xfrm rot="5400000">
            <a:off x="4533909" y="516499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2" name="Ellipse">
            <a:extLst>
              <a:ext uri="{FF2B5EF4-FFF2-40B4-BE49-F238E27FC236}">
                <a16:creationId xmlns:a16="http://schemas.microsoft.com/office/drawing/2014/main" id="{F45044DB-BE3F-3142-D551-D0485FE09AF7}"/>
              </a:ext>
            </a:extLst>
          </p:cNvPr>
          <p:cNvSpPr/>
          <p:nvPr userDrawn="1"/>
        </p:nvSpPr>
        <p:spPr>
          <a:xfrm>
            <a:off x="5680156" y="4490490"/>
            <a:ext cx="4040548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5E8C068-73D2-F1F1-02A8-3EBACB5622C9}"/>
              </a:ext>
            </a:extLst>
          </p:cNvPr>
          <p:cNvSpPr/>
          <p:nvPr userDrawn="1"/>
        </p:nvSpPr>
        <p:spPr>
          <a:xfrm rot="5400000">
            <a:off x="9039315" y="516499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5" name="Ellipse">
            <a:extLst>
              <a:ext uri="{FF2B5EF4-FFF2-40B4-BE49-F238E27FC236}">
                <a16:creationId xmlns:a16="http://schemas.microsoft.com/office/drawing/2014/main" id="{19A7CBF7-6CB3-8752-663A-3CB44577A079}"/>
              </a:ext>
            </a:extLst>
          </p:cNvPr>
          <p:cNvSpPr/>
          <p:nvPr userDrawn="1"/>
        </p:nvSpPr>
        <p:spPr>
          <a:xfrm>
            <a:off x="10212246" y="4490490"/>
            <a:ext cx="4040548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4055EDA-6ADB-67F5-4FD6-AFA2A1FD7F09}"/>
              </a:ext>
            </a:extLst>
          </p:cNvPr>
          <p:cNvSpPr/>
          <p:nvPr userDrawn="1"/>
        </p:nvSpPr>
        <p:spPr>
          <a:xfrm rot="5400000">
            <a:off x="13571405" y="516499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8" name="Ellipse">
            <a:extLst>
              <a:ext uri="{FF2B5EF4-FFF2-40B4-BE49-F238E27FC236}">
                <a16:creationId xmlns:a16="http://schemas.microsoft.com/office/drawing/2014/main" id="{A662155E-F7B1-4BA5-30A6-D024F0E37F42}"/>
              </a:ext>
            </a:extLst>
          </p:cNvPr>
          <p:cNvSpPr/>
          <p:nvPr userDrawn="1"/>
        </p:nvSpPr>
        <p:spPr>
          <a:xfrm>
            <a:off x="14671848" y="4490490"/>
            <a:ext cx="4040548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F52DD8F-F8AA-E539-EFAC-F39791BA41BF}"/>
              </a:ext>
            </a:extLst>
          </p:cNvPr>
          <p:cNvSpPr/>
          <p:nvPr userDrawn="1"/>
        </p:nvSpPr>
        <p:spPr>
          <a:xfrm rot="5400000">
            <a:off x="18031007" y="516499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41" name="Ellipse">
            <a:extLst>
              <a:ext uri="{FF2B5EF4-FFF2-40B4-BE49-F238E27FC236}">
                <a16:creationId xmlns:a16="http://schemas.microsoft.com/office/drawing/2014/main" id="{F437F1FF-2C17-EAC0-A07E-BA3E00A11C7D}"/>
              </a:ext>
            </a:extLst>
          </p:cNvPr>
          <p:cNvSpPr/>
          <p:nvPr userDrawn="1"/>
        </p:nvSpPr>
        <p:spPr>
          <a:xfrm>
            <a:off x="19177250" y="4490490"/>
            <a:ext cx="4040548" cy="1749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F58DD2B-C27D-2FF9-5EDE-1678E2B63CB8}"/>
              </a:ext>
            </a:extLst>
          </p:cNvPr>
          <p:cNvSpPr/>
          <p:nvPr userDrawn="1"/>
        </p:nvSpPr>
        <p:spPr>
          <a:xfrm rot="5400000">
            <a:off x="22536409" y="5164999"/>
            <a:ext cx="543346" cy="40058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1183298" y="6672090"/>
            <a:ext cx="4032000" cy="22104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1183298" y="8913742"/>
            <a:ext cx="4032000" cy="36576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5681786" y="6672090"/>
            <a:ext cx="4032000" cy="22104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5680156" y="8913744"/>
            <a:ext cx="4032000" cy="3657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10180274" y="6672090"/>
            <a:ext cx="4032000" cy="2210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10212246" y="8913744"/>
            <a:ext cx="4032000" cy="3657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1183299" y="4490490"/>
            <a:ext cx="3430538" cy="17496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5680157" y="4490490"/>
            <a:ext cx="3430538" cy="17496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10212247" y="4490490"/>
            <a:ext cx="3430538" cy="17496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14678762" y="6672090"/>
            <a:ext cx="4032000" cy="2210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14671848" y="8913744"/>
            <a:ext cx="4032000" cy="3657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14671849" y="4490490"/>
            <a:ext cx="3430538" cy="17496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 userDrawn="1">
            <p:ph type="body" idx="48" hasCustomPrompt="1"/>
            <p:custDataLst>
              <p:tags r:id="rId15"/>
            </p:custDataLst>
          </p:nvPr>
        </p:nvSpPr>
        <p:spPr>
          <a:xfrm>
            <a:off x="19177250" y="6672090"/>
            <a:ext cx="4032000" cy="2210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 userDrawn="1">
            <p:ph type="body" idx="49"/>
            <p:custDataLst>
              <p:tags r:id="rId16"/>
            </p:custDataLst>
          </p:nvPr>
        </p:nvSpPr>
        <p:spPr>
          <a:xfrm>
            <a:off x="19177250" y="8913744"/>
            <a:ext cx="4032000" cy="3657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Milestone Placeholder 5">
            <a:extLst>
              <a:ext uri="{FF2B5EF4-FFF2-40B4-BE49-F238E27FC236}">
                <a16:creationId xmlns:a16="http://schemas.microsoft.com/office/drawing/2014/main" id="{274890B7-3C33-EDA7-2F0D-DC5C26D3F207}"/>
              </a:ext>
            </a:extLst>
          </p:cNvPr>
          <p:cNvSpPr>
            <a:spLocks noGrp="1"/>
          </p:cNvSpPr>
          <p:nvPr userDrawn="1">
            <p:ph type="body" idx="50" hasCustomPrompt="1"/>
            <p:custDataLst>
              <p:tags r:id="rId17"/>
            </p:custDataLst>
          </p:nvPr>
        </p:nvSpPr>
        <p:spPr>
          <a:xfrm>
            <a:off x="19177251" y="4490490"/>
            <a:ext cx="3430538" cy="17496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38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cxnSp>
        <p:nvCxnSpPr>
          <p:cNvPr id="43" name="Straight Connector">
            <a:extLst>
              <a:ext uri="{FF2B5EF4-FFF2-40B4-BE49-F238E27FC236}">
                <a16:creationId xmlns:a16="http://schemas.microsoft.com/office/drawing/2014/main" id="{2DB2948C-70FE-6D61-7E25-A6515892ABAB}"/>
              </a:ext>
            </a:extLst>
          </p:cNvPr>
          <p:cNvCxnSpPr>
            <a:cxnSpLocks/>
          </p:cNvCxnSpPr>
          <p:nvPr userDrawn="1"/>
        </p:nvCxnSpPr>
        <p:spPr>
          <a:xfrm flipV="1">
            <a:off x="5448542" y="6672090"/>
            <a:ext cx="0" cy="5883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">
            <a:extLst>
              <a:ext uri="{FF2B5EF4-FFF2-40B4-BE49-F238E27FC236}">
                <a16:creationId xmlns:a16="http://schemas.microsoft.com/office/drawing/2014/main" id="{BEE356B6-F428-CB0A-A4F8-1CCF3D7658AC}"/>
              </a:ext>
            </a:extLst>
          </p:cNvPr>
          <p:cNvCxnSpPr>
            <a:cxnSpLocks/>
          </p:cNvCxnSpPr>
          <p:nvPr userDrawn="1"/>
        </p:nvCxnSpPr>
        <p:spPr>
          <a:xfrm flipV="1">
            <a:off x="9947030" y="6672090"/>
            <a:ext cx="0" cy="5883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FC476EF4-09A4-BCD8-A7BD-2AA780BEC4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4445518" y="6672090"/>
            <a:ext cx="0" cy="5883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">
            <a:extLst>
              <a:ext uri="{FF2B5EF4-FFF2-40B4-BE49-F238E27FC236}">
                <a16:creationId xmlns:a16="http://schemas.microsoft.com/office/drawing/2014/main" id="{F96BABBF-3889-B9C8-5A54-DBAE7E9D1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18944006" y="6672090"/>
            <a:ext cx="0" cy="5883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474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CB4238-0496-7E74-878E-B795C7B5D876}"/>
              </a:ext>
            </a:extLst>
          </p:cNvPr>
          <p:cNvSpPr/>
          <p:nvPr userDrawn="1"/>
        </p:nvSpPr>
        <p:spPr>
          <a:xfrm>
            <a:off x="13373784" y="3111309"/>
            <a:ext cx="11010216" cy="10604694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A094A-EEF7-607F-EF14-C55152301A6B}"/>
              </a:ext>
            </a:extLst>
          </p:cNvPr>
          <p:cNvGrpSpPr/>
          <p:nvPr userDrawn="1"/>
        </p:nvGrpSpPr>
        <p:grpSpPr>
          <a:xfrm>
            <a:off x="1174749" y="4743676"/>
            <a:ext cx="3319198" cy="1751176"/>
            <a:chOff x="948049" y="1831721"/>
            <a:chExt cx="1659599" cy="875588"/>
          </a:xfrm>
        </p:grpSpPr>
        <p:sp>
          <p:nvSpPr>
            <p:cNvPr id="12" name="Ellipse">
              <a:extLst>
                <a:ext uri="{FF2B5EF4-FFF2-40B4-BE49-F238E27FC236}">
                  <a16:creationId xmlns:a16="http://schemas.microsoft.com/office/drawing/2014/main" id="{13CDD169-48E3-2C99-4004-DD00FE98D825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63F9A6D-C2EA-9E16-6198-F5A5CDC3C7A1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B180DC-D00E-A276-746E-12B8D120746F}"/>
              </a:ext>
            </a:extLst>
          </p:cNvPr>
          <p:cNvGrpSpPr/>
          <p:nvPr userDrawn="1"/>
        </p:nvGrpSpPr>
        <p:grpSpPr>
          <a:xfrm>
            <a:off x="4917809" y="4743676"/>
            <a:ext cx="3319198" cy="1751176"/>
            <a:chOff x="948049" y="1831721"/>
            <a:chExt cx="1659599" cy="875588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810DCBC1-A993-C4FC-42D0-8BCD8AFAC72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747459-52F4-9053-244F-783D536C0D06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725A28-2D8A-9783-98FB-A56D97709619}"/>
              </a:ext>
            </a:extLst>
          </p:cNvPr>
          <p:cNvGrpSpPr/>
          <p:nvPr userDrawn="1"/>
        </p:nvGrpSpPr>
        <p:grpSpPr>
          <a:xfrm>
            <a:off x="8660869" y="4743676"/>
            <a:ext cx="3319198" cy="1751176"/>
            <a:chOff x="948049" y="1831721"/>
            <a:chExt cx="1659599" cy="875588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4C978038-D33C-EB6B-968F-7964C78A70E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D685892-B84D-6A93-05F2-80F2A81B5039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55A871-E435-E5DE-E5FF-359C6DFA3B8B}"/>
              </a:ext>
            </a:extLst>
          </p:cNvPr>
          <p:cNvGrpSpPr/>
          <p:nvPr userDrawn="1"/>
        </p:nvGrpSpPr>
        <p:grpSpPr>
          <a:xfrm>
            <a:off x="12403929" y="4743676"/>
            <a:ext cx="3319198" cy="1751176"/>
            <a:chOff x="948049" y="1831721"/>
            <a:chExt cx="1659599" cy="875588"/>
          </a:xfrm>
        </p:grpSpPr>
        <p:sp>
          <p:nvSpPr>
            <p:cNvPr id="22" name="Ellipse">
              <a:extLst>
                <a:ext uri="{FF2B5EF4-FFF2-40B4-BE49-F238E27FC236}">
                  <a16:creationId xmlns:a16="http://schemas.microsoft.com/office/drawing/2014/main" id="{C7F08527-4295-A875-0E61-B794A4B03D6C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57CD8EF-82F8-6455-8EFD-72E5BBD936F3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64AFF3-8E80-4766-C55F-E6633334E98A}"/>
              </a:ext>
            </a:extLst>
          </p:cNvPr>
          <p:cNvGrpSpPr/>
          <p:nvPr userDrawn="1"/>
        </p:nvGrpSpPr>
        <p:grpSpPr>
          <a:xfrm>
            <a:off x="16146989" y="4743676"/>
            <a:ext cx="3319198" cy="1751176"/>
            <a:chOff x="948049" y="1831721"/>
            <a:chExt cx="1659599" cy="875588"/>
          </a:xfrm>
        </p:grpSpPr>
        <p:sp>
          <p:nvSpPr>
            <p:cNvPr id="26" name="Ellipse">
              <a:extLst>
                <a:ext uri="{FF2B5EF4-FFF2-40B4-BE49-F238E27FC236}">
                  <a16:creationId xmlns:a16="http://schemas.microsoft.com/office/drawing/2014/main" id="{ACB72E8C-9BF8-6AE4-5453-D405439C9BEE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62424A6-7F75-98D1-2210-8FAA7B5C474F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FC4D06-01EA-43E2-C5C4-54AAF3266063}"/>
              </a:ext>
            </a:extLst>
          </p:cNvPr>
          <p:cNvGrpSpPr/>
          <p:nvPr userDrawn="1"/>
        </p:nvGrpSpPr>
        <p:grpSpPr>
          <a:xfrm>
            <a:off x="19890049" y="4743676"/>
            <a:ext cx="3319198" cy="1751176"/>
            <a:chOff x="948049" y="1831721"/>
            <a:chExt cx="1659599" cy="875588"/>
          </a:xfrm>
        </p:grpSpPr>
        <p:sp>
          <p:nvSpPr>
            <p:cNvPr id="29" name="Ellipse">
              <a:extLst>
                <a:ext uri="{FF2B5EF4-FFF2-40B4-BE49-F238E27FC236}">
                  <a16:creationId xmlns:a16="http://schemas.microsoft.com/office/drawing/2014/main" id="{8FC0BC21-5124-F59C-A6ED-FABA12E8A32D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ED29AA8C-ACBB-E552-4D2D-66E658F24390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</p:grp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1174749" y="4743676"/>
            <a:ext cx="2709190" cy="1751176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4917809" y="4743676"/>
            <a:ext cx="2709190" cy="1751176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8660869" y="4743676"/>
            <a:ext cx="2709190" cy="1751176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12403929" y="4743676"/>
            <a:ext cx="2709190" cy="1751176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16146989" y="4743676"/>
            <a:ext cx="2709190" cy="1751176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19890049" y="4743676"/>
            <a:ext cx="2709190" cy="1751176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3800" b="0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1174748" y="9137254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117474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491780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491780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866086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866086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1240392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1240392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1614698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1614698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19890048" y="9137252"/>
            <a:ext cx="3319200" cy="34344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19890048" y="6926854"/>
            <a:ext cx="3319200" cy="22104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039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8AB8AAE-6784-58C1-38E7-5B751400C04E}"/>
              </a:ext>
            </a:extLst>
          </p:cNvPr>
          <p:cNvSpPr/>
          <p:nvPr userDrawn="1"/>
        </p:nvSpPr>
        <p:spPr>
          <a:xfrm>
            <a:off x="0" y="0"/>
            <a:ext cx="10827264" cy="1074276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0" y="4338838"/>
            <a:ext cx="1079280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12407900" y="4218092"/>
            <a:ext cx="1440000" cy="1440000"/>
            <a:chOff x="1861702" y="3745269"/>
            <a:chExt cx="720000" cy="720000"/>
          </a:xfrm>
        </p:grpSpPr>
        <p:sp>
          <p:nvSpPr>
            <p:cNvPr id="41" name="Ellipse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12407900" y="6499590"/>
            <a:ext cx="1440000" cy="1440000"/>
            <a:chOff x="2221702" y="5269296"/>
            <a:chExt cx="720000" cy="720000"/>
          </a:xfrm>
        </p:grpSpPr>
        <p:sp>
          <p:nvSpPr>
            <p:cNvPr id="42" name="Ellipse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12407900" y="8803596"/>
            <a:ext cx="1440000" cy="1440000"/>
            <a:chOff x="4706502" y="4102304"/>
            <a:chExt cx="720000" cy="720000"/>
          </a:xfrm>
        </p:grpSpPr>
        <p:sp>
          <p:nvSpPr>
            <p:cNvPr id="43" name="Ellipse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12407900" y="11107600"/>
            <a:ext cx="1440000" cy="1440000"/>
            <a:chOff x="5218982" y="5401760"/>
            <a:chExt cx="720000" cy="720000"/>
          </a:xfrm>
        </p:grpSpPr>
        <p:sp>
          <p:nvSpPr>
            <p:cNvPr id="44" name="Ellipse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4279700" y="4298945"/>
            <a:ext cx="8921000" cy="615554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4279700" y="4964450"/>
            <a:ext cx="8921000" cy="53231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4279700" y="6581139"/>
            <a:ext cx="8921000" cy="615554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14279698" y="7246644"/>
            <a:ext cx="8929552" cy="53231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14279699" y="8887417"/>
            <a:ext cx="8929550" cy="615554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14279700" y="9552922"/>
            <a:ext cx="8921000" cy="53231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14279700" y="11192575"/>
            <a:ext cx="8921000" cy="615554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14279699" y="11858080"/>
            <a:ext cx="8929550" cy="53231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136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0" y="4338838"/>
            <a:ext cx="1079280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1182682" y="6904250"/>
            <a:ext cx="1440000" cy="1440000"/>
            <a:chOff x="1861702" y="3745269"/>
            <a:chExt cx="720000" cy="720000"/>
          </a:xfrm>
        </p:grpSpPr>
        <p:sp>
          <p:nvSpPr>
            <p:cNvPr id="41" name="Ellipse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1182682" y="9185748"/>
            <a:ext cx="1440000" cy="1440000"/>
            <a:chOff x="2221702" y="5269296"/>
            <a:chExt cx="720000" cy="720000"/>
          </a:xfrm>
        </p:grpSpPr>
        <p:sp>
          <p:nvSpPr>
            <p:cNvPr id="42" name="Ellipse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 dirty="0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12407900" y="6858000"/>
            <a:ext cx="1440000" cy="1440000"/>
            <a:chOff x="4706502" y="4102304"/>
            <a:chExt cx="720000" cy="720000"/>
          </a:xfrm>
        </p:grpSpPr>
        <p:sp>
          <p:nvSpPr>
            <p:cNvPr id="43" name="Ellipse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12407900" y="9162004"/>
            <a:ext cx="1440000" cy="1440000"/>
            <a:chOff x="5218982" y="5401760"/>
            <a:chExt cx="720000" cy="720000"/>
          </a:xfrm>
        </p:grpSpPr>
        <p:sp>
          <p:nvSpPr>
            <p:cNvPr id="44" name="Ellipse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600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3054482" y="6985103"/>
            <a:ext cx="8921000" cy="615554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3054482" y="7650608"/>
            <a:ext cx="8921000" cy="53231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3054482" y="9267297"/>
            <a:ext cx="8921000" cy="615554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3054480" y="9932802"/>
            <a:ext cx="8929552" cy="53231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14279699" y="6941821"/>
            <a:ext cx="8929550" cy="615554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14279700" y="7607326"/>
            <a:ext cx="8921000" cy="53231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14279700" y="9246979"/>
            <a:ext cx="8921000" cy="615554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14279699" y="9912484"/>
            <a:ext cx="8929550" cy="532316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3E0602-C359-321F-7CFB-373106C87937}"/>
              </a:ext>
            </a:extLst>
          </p:cNvPr>
          <p:cNvSpPr/>
          <p:nvPr userDrawn="1"/>
        </p:nvSpPr>
        <p:spPr>
          <a:xfrm rot="16200000">
            <a:off x="18989489" y="8091"/>
            <a:ext cx="5402602" cy="5386422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358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2" y="4974409"/>
            <a:ext cx="10792800" cy="376718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1184583" y="9288831"/>
            <a:ext cx="10791518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1183300" y="9288736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207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0F993B-D3C1-E9B9-9221-B1202E9AABB9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416452" y="7002073"/>
            <a:ext cx="10792800" cy="376718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r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12417733" y="11316495"/>
            <a:ext cx="10791518" cy="1231106"/>
          </a:xfrm>
        </p:spPr>
        <p:txBody>
          <a:bodyPr wrap="square" lIns="0" tIns="0" rIns="144000" bIns="0" anchor="ctr" anchorCtr="0">
            <a:noAutofit/>
          </a:bodyPr>
          <a:lstStyle>
            <a:lvl1pPr marL="0" indent="0" algn="r">
              <a:spcBef>
                <a:spcPts val="1200"/>
              </a:spcBef>
              <a:buNone/>
              <a:defRPr sz="4000" spc="0" baseline="0">
                <a:ln>
                  <a:noFill/>
                </a:ln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23209250" y="11316400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F8C0DE90-7C6F-DC35-8428-DFC18013C3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3475" y="2609849"/>
            <a:ext cx="10801346" cy="11106150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674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E9ACA3-5F88-9493-CCBC-484295B6E4FC}"/>
              </a:ext>
            </a:extLst>
          </p:cNvPr>
          <p:cNvSpPr/>
          <p:nvPr userDrawn="1"/>
        </p:nvSpPr>
        <p:spPr>
          <a:xfrm rot="16200000">
            <a:off x="-42250" y="2930988"/>
            <a:ext cx="10827264" cy="1074276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416452" y="4974409"/>
            <a:ext cx="10792800" cy="376718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bg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12417733" y="9288831"/>
            <a:ext cx="10791518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12416450" y="9288736"/>
            <a:ext cx="0" cy="12312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846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10827264" cy="1074276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12407901" y="5058191"/>
            <a:ext cx="11974818" cy="8657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2409183" y="5058193"/>
            <a:ext cx="10791518" cy="906366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407901" y="2670872"/>
            <a:ext cx="10791518" cy="1255728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2409183" y="6247750"/>
            <a:ext cx="10791518" cy="750426"/>
          </a:xfrm>
        </p:spPr>
        <p:txBody>
          <a:bodyPr wrap="square" lIns="216000" tIns="144000" rIns="0" bIns="144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2839900" y="6255370"/>
            <a:ext cx="10360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FA25-44AC-A36C-DC93-5B238894BDE6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2409183" y="7324156"/>
            <a:ext cx="10791518" cy="5223444"/>
          </a:xfrm>
        </p:spPr>
        <p:txBody>
          <a:bodyPr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83300" y="2609850"/>
            <a:ext cx="10791516" cy="9937748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126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10621981"/>
            <a:ext cx="70488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1183300" y="11811539"/>
            <a:ext cx="70488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174750" y="11819158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74750" y="4328448"/>
            <a:ext cx="7049476" cy="584886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83301" y="2627414"/>
            <a:ext cx="1079151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669950" y="4328448"/>
            <a:ext cx="7049476" cy="584886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6165150" y="4328448"/>
            <a:ext cx="7049476" cy="584886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8669950" y="10620463"/>
            <a:ext cx="70488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8669950" y="11810021"/>
            <a:ext cx="70488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8669950" y="11817640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16165826" y="10620463"/>
            <a:ext cx="70488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16165826" y="11810021"/>
            <a:ext cx="70488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16165826" y="11817640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49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10620463"/>
            <a:ext cx="51840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1183300" y="11811539"/>
            <a:ext cx="5184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174750" y="11819158"/>
            <a:ext cx="5184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74750" y="4328448"/>
            <a:ext cx="5184776" cy="584886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83301" y="2627414"/>
            <a:ext cx="1079151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18014" y="4328448"/>
            <a:ext cx="5184000" cy="584886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2461278" y="4328448"/>
            <a:ext cx="5184000" cy="584886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6818014" y="10620463"/>
            <a:ext cx="51840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6818014" y="11810021"/>
            <a:ext cx="5184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6818014" y="11817640"/>
            <a:ext cx="5184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12461954" y="10620463"/>
            <a:ext cx="51840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12461954" y="11810021"/>
            <a:ext cx="5184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12461954" y="11817640"/>
            <a:ext cx="5184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8025250" y="4328448"/>
            <a:ext cx="5184000" cy="584886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 4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18025926" y="10620463"/>
            <a:ext cx="51840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18025926" y="11811539"/>
            <a:ext cx="5184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18025926" y="11819158"/>
            <a:ext cx="5184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438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9CE631-CCF9-CBF0-C470-B0587AF1DB4E}"/>
              </a:ext>
            </a:extLst>
          </p:cNvPr>
          <p:cNvSpPr/>
          <p:nvPr userDrawn="1"/>
        </p:nvSpPr>
        <p:spPr>
          <a:xfrm>
            <a:off x="20165980" y="0"/>
            <a:ext cx="4218020" cy="421802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10620463"/>
            <a:ext cx="70560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1183300" y="11811539"/>
            <a:ext cx="7056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174750" y="11819158"/>
            <a:ext cx="70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74749" y="4328448"/>
            <a:ext cx="7058026" cy="5848864"/>
          </a:xfrm>
          <a:prstGeom prst="roundRect">
            <a:avLst>
              <a:gd name="adj" fmla="val 6446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83302" y="2627414"/>
            <a:ext cx="7049476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664576" y="7579360"/>
            <a:ext cx="4536000" cy="312627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668912" y="7579360"/>
            <a:ext cx="4536000" cy="312627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8664576" y="10983980"/>
            <a:ext cx="4536000" cy="833663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8664576" y="11810021"/>
            <a:ext cx="4536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8664576" y="11817640"/>
            <a:ext cx="453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13668912" y="10983980"/>
            <a:ext cx="4536000" cy="833663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13668912" y="11810021"/>
            <a:ext cx="4536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13668912" y="11817640"/>
            <a:ext cx="453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8673250" y="7579360"/>
            <a:ext cx="4536000" cy="312627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18673250" y="10983980"/>
            <a:ext cx="4536000" cy="833663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18673250" y="11811539"/>
            <a:ext cx="4536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18673250" y="11819158"/>
            <a:ext cx="453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14">
            <a:extLst>
              <a:ext uri="{FF2B5EF4-FFF2-40B4-BE49-F238E27FC236}">
                <a16:creationId xmlns:a16="http://schemas.microsoft.com/office/drawing/2014/main" id="{AE2C1252-883B-C644-20B7-AC107AADB3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664576" y="1991360"/>
            <a:ext cx="4536000" cy="312627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71E93CFA-36F6-7C79-E52C-A56A43D9AF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668912" y="1991360"/>
            <a:ext cx="4536000" cy="312627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7EFE23E2-FE85-B0C7-0245-4A2FC440FFA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1"/>
            </p:custDataLst>
          </p:nvPr>
        </p:nvSpPr>
        <p:spPr>
          <a:xfrm>
            <a:off x="8664576" y="5395980"/>
            <a:ext cx="4536000" cy="833663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Description Placeholder">
            <a:extLst>
              <a:ext uri="{FF2B5EF4-FFF2-40B4-BE49-F238E27FC236}">
                <a16:creationId xmlns:a16="http://schemas.microsoft.com/office/drawing/2014/main" id="{52E647FD-5ADF-9734-F003-270139853F2D}"/>
              </a:ext>
            </a:extLst>
          </p:cNvPr>
          <p:cNvSpPr>
            <a:spLocks noGrp="1"/>
          </p:cNvSpPr>
          <p:nvPr>
            <p:ph type="body" idx="41"/>
            <p:custDataLst>
              <p:tags r:id="rId12"/>
            </p:custDataLst>
          </p:nvPr>
        </p:nvSpPr>
        <p:spPr>
          <a:xfrm>
            <a:off x="8664576" y="6222021"/>
            <a:ext cx="4536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9" name="Straight Connector">
            <a:extLst>
              <a:ext uri="{FF2B5EF4-FFF2-40B4-BE49-F238E27FC236}">
                <a16:creationId xmlns:a16="http://schemas.microsoft.com/office/drawing/2014/main" id="{312548A5-DE94-4A3D-8C7F-324CF2A433EB}"/>
              </a:ext>
            </a:extLst>
          </p:cNvPr>
          <p:cNvCxnSpPr>
            <a:cxnSpLocks/>
          </p:cNvCxnSpPr>
          <p:nvPr userDrawn="1"/>
        </p:nvCxnSpPr>
        <p:spPr>
          <a:xfrm>
            <a:off x="8664576" y="6229640"/>
            <a:ext cx="453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4EC76E1F-10C6-EB87-1789-3A6D1F7C316E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3"/>
            </p:custDataLst>
          </p:nvPr>
        </p:nvSpPr>
        <p:spPr>
          <a:xfrm>
            <a:off x="13668912" y="5395980"/>
            <a:ext cx="4536000" cy="833663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Description Placeholder">
            <a:extLst>
              <a:ext uri="{FF2B5EF4-FFF2-40B4-BE49-F238E27FC236}">
                <a16:creationId xmlns:a16="http://schemas.microsoft.com/office/drawing/2014/main" id="{1FF90B5F-0899-37CD-C5BF-7EA04ECAE7A3}"/>
              </a:ext>
            </a:extLst>
          </p:cNvPr>
          <p:cNvSpPr>
            <a:spLocks noGrp="1"/>
          </p:cNvSpPr>
          <p:nvPr>
            <p:ph type="body" idx="43"/>
            <p:custDataLst>
              <p:tags r:id="rId14"/>
            </p:custDataLst>
          </p:nvPr>
        </p:nvSpPr>
        <p:spPr>
          <a:xfrm>
            <a:off x="13668912" y="6222021"/>
            <a:ext cx="4536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1FAB1A88-4048-E680-6D84-F76C447220B7}"/>
              </a:ext>
            </a:extLst>
          </p:cNvPr>
          <p:cNvCxnSpPr>
            <a:cxnSpLocks/>
          </p:cNvCxnSpPr>
          <p:nvPr userDrawn="1"/>
        </p:nvCxnSpPr>
        <p:spPr>
          <a:xfrm>
            <a:off x="13668912" y="6229640"/>
            <a:ext cx="453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14">
            <a:extLst>
              <a:ext uri="{FF2B5EF4-FFF2-40B4-BE49-F238E27FC236}">
                <a16:creationId xmlns:a16="http://schemas.microsoft.com/office/drawing/2014/main" id="{ABCA63E7-675D-4115-FB80-069CACC217D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18673250" y="1991360"/>
            <a:ext cx="4536000" cy="312627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B75FD523-EF15-DF39-FA15-A8A5EFD76ACD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5"/>
            </p:custDataLst>
          </p:nvPr>
        </p:nvSpPr>
        <p:spPr>
          <a:xfrm>
            <a:off x="18673250" y="5395980"/>
            <a:ext cx="4536000" cy="833663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Description Placeholder">
            <a:extLst>
              <a:ext uri="{FF2B5EF4-FFF2-40B4-BE49-F238E27FC236}">
                <a16:creationId xmlns:a16="http://schemas.microsoft.com/office/drawing/2014/main" id="{E47F6469-D121-358B-A22B-69F8239BBB0F}"/>
              </a:ext>
            </a:extLst>
          </p:cNvPr>
          <p:cNvSpPr>
            <a:spLocks noGrp="1"/>
          </p:cNvSpPr>
          <p:nvPr>
            <p:ph type="body" idx="46"/>
            <p:custDataLst>
              <p:tags r:id="rId16"/>
            </p:custDataLst>
          </p:nvPr>
        </p:nvSpPr>
        <p:spPr>
          <a:xfrm>
            <a:off x="18673250" y="6223539"/>
            <a:ext cx="4536000" cy="605019"/>
          </a:xfrm>
        </p:spPr>
        <p:txBody>
          <a:bodyPr wrap="square"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1C771BFB-F306-8D17-9E15-47E57931FA73}"/>
              </a:ext>
            </a:extLst>
          </p:cNvPr>
          <p:cNvCxnSpPr>
            <a:cxnSpLocks/>
          </p:cNvCxnSpPr>
          <p:nvPr userDrawn="1"/>
        </p:nvCxnSpPr>
        <p:spPr>
          <a:xfrm>
            <a:off x="18673250" y="6231158"/>
            <a:ext cx="453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324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9497980"/>
            <a:ext cx="4218020" cy="421802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2" y="2627415"/>
            <a:ext cx="7049476" cy="627864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0201EADE-ABF0-D899-6A5A-208D0B3F531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664575" y="2609850"/>
            <a:ext cx="14514194" cy="9936512"/>
          </a:xfrm>
        </p:spPr>
        <p:txBody>
          <a:bodyPr/>
          <a:lstStyle>
            <a:lvl1pPr marL="457200" indent="-457200">
              <a:lnSpc>
                <a:spcPct val="120000"/>
              </a:lnSpc>
              <a:spcAft>
                <a:spcPts val="2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2700">
                <a:solidFill>
                  <a:schemeClr val="tx1"/>
                </a:solidFill>
                <a:latin typeface="+mn-lt"/>
              </a:defRPr>
            </a:lvl1pPr>
            <a:lvl2pPr marL="1371600" indent="-457200">
              <a:lnSpc>
                <a:spcPct val="120000"/>
              </a:lnSpc>
              <a:spcAft>
                <a:spcPts val="2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2286000" indent="-457200">
              <a:lnSpc>
                <a:spcPct val="120000"/>
              </a:lnSpc>
              <a:spcAft>
                <a:spcPts val="2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accent1"/>
              </a:buClr>
              <a:buSzPct val="120000"/>
              <a:defRPr sz="2000"/>
            </a:lvl4pPr>
            <a:lvl5pPr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  <a:p>
            <a:pPr lvl="1"/>
            <a:r>
              <a:rPr lang="en-US" dirty="0"/>
              <a:t>Click to edit Master text</a:t>
            </a:r>
            <a:endParaRPr lang="ru-RU" dirty="0"/>
          </a:p>
          <a:p>
            <a:pPr lvl="2"/>
            <a:r>
              <a:rPr lang="en-US" dirty="0"/>
              <a:t>Click to edit Master text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70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31A4FE-CF2B-5A83-EDB7-1CB3FE750B81}"/>
              </a:ext>
            </a:extLst>
          </p:cNvPr>
          <p:cNvSpPr/>
          <p:nvPr userDrawn="1"/>
        </p:nvSpPr>
        <p:spPr>
          <a:xfrm>
            <a:off x="0" y="0"/>
            <a:ext cx="10827264" cy="1074276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664576" y="5578938"/>
            <a:ext cx="15719424" cy="210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664575" y="5578938"/>
            <a:ext cx="14536122" cy="2103544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3" y="5578938"/>
            <a:ext cx="7049474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664574" y="7681339"/>
            <a:ext cx="14536120" cy="4870254"/>
          </a:xfrm>
        </p:spPr>
        <p:txBody>
          <a:bodyPr lIns="216000" tIns="21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2538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20165980" y="9497980"/>
            <a:ext cx="4218020" cy="421802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618F2-D425-FDEB-D6DD-E5FF2B4F305E}"/>
              </a:ext>
            </a:extLst>
          </p:cNvPr>
          <p:cNvSpPr/>
          <p:nvPr userDrawn="1"/>
        </p:nvSpPr>
        <p:spPr>
          <a:xfrm>
            <a:off x="1174750" y="4887354"/>
            <a:ext cx="7048800" cy="331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A5191-1DA4-77E3-0C28-2982E54C89F8}"/>
              </a:ext>
            </a:extLst>
          </p:cNvPr>
          <p:cNvSpPr/>
          <p:nvPr userDrawn="1"/>
        </p:nvSpPr>
        <p:spPr>
          <a:xfrm>
            <a:off x="8669950" y="4887354"/>
            <a:ext cx="7048800" cy="331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F8965-2EC1-19FE-7CAD-33F73DA088E0}"/>
              </a:ext>
            </a:extLst>
          </p:cNvPr>
          <p:cNvSpPr/>
          <p:nvPr userDrawn="1"/>
        </p:nvSpPr>
        <p:spPr>
          <a:xfrm>
            <a:off x="16165150" y="4887354"/>
            <a:ext cx="7048800" cy="331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3300" y="8651333"/>
            <a:ext cx="70488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1183300" y="9840891"/>
            <a:ext cx="7048800" cy="2730454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174750" y="9848510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83301" y="2627414"/>
            <a:ext cx="220259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8669950" y="8649815"/>
            <a:ext cx="70488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8669950" y="9839370"/>
            <a:ext cx="7048800" cy="27288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8669950" y="9846992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16165826" y="8649815"/>
            <a:ext cx="7048800" cy="906366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16165826" y="9839370"/>
            <a:ext cx="7048800" cy="27288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16165826" y="9846992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arge Number Placeholder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1174750" y="5777571"/>
            <a:ext cx="7048800" cy="1538882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0000" b="1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Medium Number Placeholder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10"/>
            </p:custDataLst>
          </p:nvPr>
        </p:nvSpPr>
        <p:spPr>
          <a:xfrm>
            <a:off x="8669950" y="5931459"/>
            <a:ext cx="7048800" cy="1231106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mall Number Placeholder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1"/>
            </p:custDataLst>
          </p:nvPr>
        </p:nvSpPr>
        <p:spPr>
          <a:xfrm>
            <a:off x="16165150" y="6085347"/>
            <a:ext cx="7048800" cy="923330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6000" b="1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819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20165980" y="9497980"/>
            <a:ext cx="4218020" cy="421802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407901" y="2609850"/>
            <a:ext cx="1080135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9" name="Subtitle Placeholder 1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3"/>
            </p:custDataLst>
          </p:nvPr>
        </p:nvSpPr>
        <p:spPr>
          <a:xfrm>
            <a:off x="12407899" y="4371406"/>
            <a:ext cx="10784286" cy="688256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4"/>
            </p:custDataLst>
          </p:nvPr>
        </p:nvSpPr>
        <p:spPr>
          <a:xfrm>
            <a:off x="12407900" y="5124742"/>
            <a:ext cx="10785600" cy="1587852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12407900" y="5132364"/>
            <a:ext cx="107856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">
            <a:extLst>
              <a:ext uri="{FF2B5EF4-FFF2-40B4-BE49-F238E27FC236}">
                <a16:creationId xmlns:a16="http://schemas.microsoft.com/office/drawing/2014/main" id="{0868CE8C-10F8-DD47-5B4C-84E35DC53C4B}"/>
              </a:ext>
            </a:extLst>
          </p:cNvPr>
          <p:cNvSpPr/>
          <p:nvPr userDrawn="1"/>
        </p:nvSpPr>
        <p:spPr>
          <a:xfrm>
            <a:off x="1191815" y="2618815"/>
            <a:ext cx="9923978" cy="9923978"/>
          </a:xfrm>
          <a:prstGeom prst="roundRect">
            <a:avLst>
              <a:gd name="adj" fmla="val 7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9F82789E-05C7-1952-E2FA-A2CF9C67B082}"/>
              </a:ext>
            </a:extLst>
          </p:cNvPr>
          <p:cNvSpPr/>
          <p:nvPr userDrawn="1"/>
        </p:nvSpPr>
        <p:spPr>
          <a:xfrm>
            <a:off x="2849002" y="5933192"/>
            <a:ext cx="6609600" cy="6609600"/>
          </a:xfrm>
          <a:prstGeom prst="roundRect">
            <a:avLst>
              <a:gd name="adj" fmla="val 105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3" name="Ellipse">
            <a:extLst>
              <a:ext uri="{FF2B5EF4-FFF2-40B4-BE49-F238E27FC236}">
                <a16:creationId xmlns:a16="http://schemas.microsoft.com/office/drawing/2014/main" id="{F096B134-8B93-4825-FAFB-7FBFCADEFDB4}"/>
              </a:ext>
            </a:extLst>
          </p:cNvPr>
          <p:cNvSpPr/>
          <p:nvPr userDrawn="1"/>
        </p:nvSpPr>
        <p:spPr>
          <a:xfrm>
            <a:off x="3950602" y="8136392"/>
            <a:ext cx="4406400" cy="4406400"/>
          </a:xfrm>
          <a:prstGeom prst="roundRect">
            <a:avLst>
              <a:gd name="adj" fmla="val 1482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5" name="Large Number Placeholder">
            <a:extLst>
              <a:ext uri="{FF2B5EF4-FFF2-40B4-BE49-F238E27FC236}">
                <a16:creationId xmlns:a16="http://schemas.microsoft.com/office/drawing/2014/main" id="{D169FCED-13DC-C3B7-4500-1C52EDD88EC6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5"/>
            </p:custDataLst>
          </p:nvPr>
        </p:nvSpPr>
        <p:spPr>
          <a:xfrm>
            <a:off x="3489194" y="3503027"/>
            <a:ext cx="5329216" cy="1538882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0000" b="1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5" name="Medium Number Placeholder">
            <a:extLst>
              <a:ext uri="{FF2B5EF4-FFF2-40B4-BE49-F238E27FC236}">
                <a16:creationId xmlns:a16="http://schemas.microsoft.com/office/drawing/2014/main" id="{104AA7E8-A585-DBCD-FD26-5747A69665EE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3489194" y="6460105"/>
            <a:ext cx="5329216" cy="1231106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6" name="Small Number Placeholder">
            <a:extLst>
              <a:ext uri="{FF2B5EF4-FFF2-40B4-BE49-F238E27FC236}">
                <a16:creationId xmlns:a16="http://schemas.microsoft.com/office/drawing/2014/main" id="{1A0256E8-88AB-A5C8-25D7-D10F7E78C096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3950602" y="9877929"/>
            <a:ext cx="4406400" cy="923330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6000" b="1">
                <a:solidFill>
                  <a:schemeClr val="bg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2" name="Subtitle Placeholder 2">
            <a:extLst>
              <a:ext uri="{FF2B5EF4-FFF2-40B4-BE49-F238E27FC236}">
                <a16:creationId xmlns:a16="http://schemas.microsoft.com/office/drawing/2014/main" id="{DBF26ABA-6FC6-8690-FA9E-1C92D2C3FDF7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8"/>
            </p:custDataLst>
          </p:nvPr>
        </p:nvSpPr>
        <p:spPr>
          <a:xfrm>
            <a:off x="12475797" y="7289450"/>
            <a:ext cx="10784286" cy="688256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7E49C60-7C5E-B59B-AA85-5EDA668A9415}"/>
              </a:ext>
            </a:extLst>
          </p:cNvPr>
          <p:cNvSpPr>
            <a:spLocks noGrp="1"/>
          </p:cNvSpPr>
          <p:nvPr>
            <p:ph type="body" idx="40"/>
            <p:custDataLst>
              <p:tags r:id="rId9"/>
            </p:custDataLst>
          </p:nvPr>
        </p:nvSpPr>
        <p:spPr>
          <a:xfrm>
            <a:off x="12475798" y="8042786"/>
            <a:ext cx="10785600" cy="15912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4" name="Straight Connector">
            <a:extLst>
              <a:ext uri="{FF2B5EF4-FFF2-40B4-BE49-F238E27FC236}">
                <a16:creationId xmlns:a16="http://schemas.microsoft.com/office/drawing/2014/main" id="{28A0EBC9-4983-D7C2-1064-E073785D0AED}"/>
              </a:ext>
            </a:extLst>
          </p:cNvPr>
          <p:cNvCxnSpPr>
            <a:cxnSpLocks/>
          </p:cNvCxnSpPr>
          <p:nvPr userDrawn="1"/>
        </p:nvCxnSpPr>
        <p:spPr>
          <a:xfrm>
            <a:off x="12475798" y="8050408"/>
            <a:ext cx="107856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Placeholder 3">
            <a:extLst>
              <a:ext uri="{FF2B5EF4-FFF2-40B4-BE49-F238E27FC236}">
                <a16:creationId xmlns:a16="http://schemas.microsoft.com/office/drawing/2014/main" id="{12781F3B-E748-93F5-7C9E-83FE1FE0B758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10"/>
            </p:custDataLst>
          </p:nvPr>
        </p:nvSpPr>
        <p:spPr>
          <a:xfrm>
            <a:off x="12475797" y="10210844"/>
            <a:ext cx="10784286" cy="688256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AB5ED40-4199-35CC-CA87-092668E9DD40}"/>
              </a:ext>
            </a:extLst>
          </p:cNvPr>
          <p:cNvSpPr>
            <a:spLocks noGrp="1"/>
          </p:cNvSpPr>
          <p:nvPr>
            <p:ph type="body" idx="42"/>
            <p:custDataLst>
              <p:tags r:id="rId11"/>
            </p:custDataLst>
          </p:nvPr>
        </p:nvSpPr>
        <p:spPr>
          <a:xfrm>
            <a:off x="12475798" y="10964180"/>
            <a:ext cx="10785600" cy="15912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A9370B20-CDE4-6524-899D-56CD3EA6DC6A}"/>
              </a:ext>
            </a:extLst>
          </p:cNvPr>
          <p:cNvCxnSpPr>
            <a:cxnSpLocks/>
          </p:cNvCxnSpPr>
          <p:nvPr userDrawn="1"/>
        </p:nvCxnSpPr>
        <p:spPr>
          <a:xfrm>
            <a:off x="12475798" y="10971802"/>
            <a:ext cx="107856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847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2CFB395-65C3-C716-A9EC-6BBBC2953BEA}"/>
              </a:ext>
            </a:extLst>
          </p:cNvPr>
          <p:cNvSpPr/>
          <p:nvPr userDrawn="1"/>
        </p:nvSpPr>
        <p:spPr>
          <a:xfrm>
            <a:off x="13373784" y="3111309"/>
            <a:ext cx="11010216" cy="10604694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1"/>
            </p:custDataLst>
          </p:nvPr>
        </p:nvSpPr>
        <p:spPr>
          <a:xfrm>
            <a:off x="1183300" y="8955375"/>
            <a:ext cx="7048800" cy="2730454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83302" y="2627414"/>
            <a:ext cx="16409376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4"/>
            </p:custDataLst>
          </p:nvPr>
        </p:nvSpPr>
        <p:spPr>
          <a:xfrm>
            <a:off x="8669950" y="8953854"/>
            <a:ext cx="7048800" cy="27288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16165826" y="8953854"/>
            <a:ext cx="7048800" cy="27288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1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1174750" y="7038833"/>
            <a:ext cx="7048800" cy="1231106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8000" b="1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Subtitle Placeholder 2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8669950" y="7038833"/>
            <a:ext cx="7048800" cy="1231106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8000" b="1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ubtitle Placeholder 3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8"/>
            </p:custDataLst>
          </p:nvPr>
        </p:nvSpPr>
        <p:spPr>
          <a:xfrm>
            <a:off x="16165150" y="7038833"/>
            <a:ext cx="7048800" cy="1231106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8000" b="1">
                <a:solidFill>
                  <a:schemeClr val="tx1"/>
                </a:solidFill>
                <a:latin typeface="+mj-lt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0C31B67F-FFDD-D836-618D-0675B8EBDD74}"/>
              </a:ext>
            </a:extLst>
          </p:cNvPr>
          <p:cNvCxnSpPr>
            <a:cxnSpLocks/>
          </p:cNvCxnSpPr>
          <p:nvPr userDrawn="1"/>
        </p:nvCxnSpPr>
        <p:spPr>
          <a:xfrm>
            <a:off x="1174750" y="8679988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812B8D8D-AEAC-ECC8-9180-2BDF15ED8F6C}"/>
              </a:ext>
            </a:extLst>
          </p:cNvPr>
          <p:cNvCxnSpPr>
            <a:cxnSpLocks/>
          </p:cNvCxnSpPr>
          <p:nvPr userDrawn="1"/>
        </p:nvCxnSpPr>
        <p:spPr>
          <a:xfrm>
            <a:off x="8669950" y="8678470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11AA1393-38DF-7F19-E6AC-9B45671CB622}"/>
              </a:ext>
            </a:extLst>
          </p:cNvPr>
          <p:cNvCxnSpPr>
            <a:cxnSpLocks/>
          </p:cNvCxnSpPr>
          <p:nvPr userDrawn="1"/>
        </p:nvCxnSpPr>
        <p:spPr>
          <a:xfrm>
            <a:off x="16165826" y="8678470"/>
            <a:ext cx="7048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947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ImageColumn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18981399" y="8329579"/>
            <a:ext cx="5402602" cy="5386422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74749" y="10199607"/>
            <a:ext cx="10792478" cy="615554"/>
          </a:xfrm>
        </p:spPr>
        <p:txBody>
          <a:bodyPr wrap="square" lIns="0" tIns="0" rIns="21600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2667262"/>
            <a:ext cx="22025948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ru-RU" dirty="0"/>
            </a:b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12421317" y="10200919"/>
            <a:ext cx="10779982" cy="615554"/>
          </a:xfrm>
        </p:spPr>
        <p:txBody>
          <a:bodyPr wrap="square" lIns="108000" tIns="0" rIns="108000" bIns="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12192000" y="5635913"/>
            <a:ext cx="0" cy="6920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EDBBDA5-C6A2-24F2-F876-BD6794A7D3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82692" y="5635913"/>
            <a:ext cx="10793408" cy="4131694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DC01C7C-F8CD-83B8-45F3-E2CDBD4801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2416237" y="5635913"/>
            <a:ext cx="10779982" cy="4131694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E0A9813-D9F2-5B37-071B-B4C601824EED}"/>
              </a:ext>
            </a:extLst>
          </p:cNvPr>
          <p:cNvSpPr>
            <a:spLocks noGrp="1"/>
          </p:cNvSpPr>
          <p:nvPr>
            <p:ph type="body" idx="24"/>
            <p:custDataLst>
              <p:tags r:id="rId5"/>
            </p:custDataLst>
          </p:nvPr>
        </p:nvSpPr>
        <p:spPr>
          <a:xfrm>
            <a:off x="1183300" y="10884402"/>
            <a:ext cx="10779384" cy="1660556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0FCF008-838F-9C6A-A0CB-17D45180C245}"/>
              </a:ext>
            </a:extLst>
          </p:cNvPr>
          <p:cNvSpPr>
            <a:spLocks noGrp="1"/>
          </p:cNvSpPr>
          <p:nvPr>
            <p:ph type="body" idx="35"/>
            <p:custDataLst>
              <p:tags r:id="rId6"/>
            </p:custDataLst>
          </p:nvPr>
        </p:nvSpPr>
        <p:spPr>
          <a:xfrm>
            <a:off x="12421317" y="10884400"/>
            <a:ext cx="10779982" cy="16632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5579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ImageColumn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 rot="16200000">
            <a:off x="18981399" y="8091"/>
            <a:ext cx="5402602" cy="5386422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74750" y="9634993"/>
            <a:ext cx="7048192" cy="1231106"/>
          </a:xfrm>
        </p:spPr>
        <p:txBody>
          <a:bodyPr wrap="square" lIns="0" tIns="0" rIns="216000" bIns="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2" y="2667262"/>
            <a:ext cx="22025948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ru-RU" dirty="0"/>
            </a:b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8734638" y="9636302"/>
            <a:ext cx="6977184" cy="1231200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6223516" y="9636302"/>
            <a:ext cx="6977184" cy="1231200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40412" y="5613333"/>
            <a:ext cx="0" cy="694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8451532" y="5613333"/>
            <a:ext cx="0" cy="6943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EDBBDA5-C6A2-24F2-F876-BD6794A7D3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82692" y="5613334"/>
            <a:ext cx="7048800" cy="35896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5FD769A-7BDB-BCE4-9AD0-FC792D2F184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71572" y="5613332"/>
            <a:ext cx="7048800" cy="35928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DC01C7C-F8CD-83B8-45F3-E2CDBD4801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6160450" y="5613332"/>
            <a:ext cx="7048800" cy="35928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E0A9813-D9F2-5B37-071B-B4C601824EED}"/>
              </a:ext>
            </a:extLst>
          </p:cNvPr>
          <p:cNvSpPr>
            <a:spLocks noGrp="1"/>
          </p:cNvSpPr>
          <p:nvPr>
            <p:ph type="body" idx="24"/>
            <p:custDataLst>
              <p:tags r:id="rId6"/>
            </p:custDataLst>
          </p:nvPr>
        </p:nvSpPr>
        <p:spPr>
          <a:xfrm>
            <a:off x="1183301" y="10908144"/>
            <a:ext cx="7039642" cy="1660556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5ED7686-1B07-0A20-1359-DAB0E3D463F9}"/>
              </a:ext>
            </a:extLst>
          </p:cNvPr>
          <p:cNvSpPr>
            <a:spLocks noGrp="1"/>
          </p:cNvSpPr>
          <p:nvPr>
            <p:ph type="body" idx="34"/>
            <p:custDataLst>
              <p:tags r:id="rId7"/>
            </p:custDataLst>
          </p:nvPr>
        </p:nvSpPr>
        <p:spPr>
          <a:xfrm>
            <a:off x="8734639" y="10908144"/>
            <a:ext cx="7039642" cy="16632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0FCF008-838F-9C6A-A0CB-17D45180C245}"/>
              </a:ext>
            </a:extLst>
          </p:cNvPr>
          <p:cNvSpPr>
            <a:spLocks noGrp="1"/>
          </p:cNvSpPr>
          <p:nvPr>
            <p:ph type="body" idx="35"/>
            <p:custDataLst>
              <p:tags r:id="rId8"/>
            </p:custDataLst>
          </p:nvPr>
        </p:nvSpPr>
        <p:spPr>
          <a:xfrm>
            <a:off x="16223517" y="10908142"/>
            <a:ext cx="7039642" cy="16632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691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AABEB19-A811-E4FE-FB5B-A16E03018291}"/>
              </a:ext>
            </a:extLst>
          </p:cNvPr>
          <p:cNvSpPr/>
          <p:nvPr userDrawn="1"/>
        </p:nvSpPr>
        <p:spPr>
          <a:xfrm rot="10800000">
            <a:off x="0" y="297324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2" y="2629306"/>
            <a:ext cx="16841172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12406596" y="5215306"/>
            <a:ext cx="0" cy="72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12405696" y="9451878"/>
            <a:ext cx="0" cy="72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1195246" y="5215306"/>
            <a:ext cx="0" cy="72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1451093" y="6077450"/>
            <a:ext cx="10525006" cy="2143760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/>
            <p:custDataLst>
              <p:tags r:id="rId4"/>
            </p:custDataLst>
          </p:nvPr>
        </p:nvSpPr>
        <p:spPr>
          <a:xfrm>
            <a:off x="12662825" y="10306612"/>
            <a:ext cx="10524998" cy="2143708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12662826" y="6077450"/>
            <a:ext cx="10546424" cy="2143708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/>
            <p:custDataLst>
              <p:tags r:id="rId6"/>
            </p:custDataLst>
          </p:nvPr>
        </p:nvSpPr>
        <p:spPr>
          <a:xfrm>
            <a:off x="1451091" y="10306612"/>
            <a:ext cx="10524998" cy="2143708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9859BA26-5A14-9402-5309-E5E27FB65A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95244" y="9451878"/>
            <a:ext cx="0" cy="72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D8CCA0A3-582F-7996-36B4-9B594963CE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7"/>
            </p:custDataLst>
          </p:nvPr>
        </p:nvSpPr>
        <p:spPr>
          <a:xfrm>
            <a:off x="12662826" y="5234762"/>
            <a:ext cx="10545572" cy="688256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4D9509D8-D956-04E6-E6D3-9DA260EE2407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8"/>
            </p:custDataLst>
          </p:nvPr>
        </p:nvSpPr>
        <p:spPr>
          <a:xfrm>
            <a:off x="1451093" y="5234762"/>
            <a:ext cx="10524998" cy="688256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Subtitle Placeholder 4">
            <a:extLst>
              <a:ext uri="{FF2B5EF4-FFF2-40B4-BE49-F238E27FC236}">
                <a16:creationId xmlns:a16="http://schemas.microsoft.com/office/drawing/2014/main" id="{311C939E-37DC-9665-FBBC-6A92C7BA6208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9"/>
            </p:custDataLst>
          </p:nvPr>
        </p:nvSpPr>
        <p:spPr>
          <a:xfrm>
            <a:off x="12663774" y="9471334"/>
            <a:ext cx="10524148" cy="688256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Subtitle Placeholder 3">
            <a:extLst>
              <a:ext uri="{FF2B5EF4-FFF2-40B4-BE49-F238E27FC236}">
                <a16:creationId xmlns:a16="http://schemas.microsoft.com/office/drawing/2014/main" id="{330D9E86-0815-5CF4-D122-A47F270BFDEE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10"/>
            </p:custDataLst>
          </p:nvPr>
        </p:nvSpPr>
        <p:spPr>
          <a:xfrm>
            <a:off x="1451656" y="9471334"/>
            <a:ext cx="10524148" cy="688256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31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18981399" y="8329581"/>
            <a:ext cx="5402602" cy="5386422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4583" y="5840123"/>
            <a:ext cx="10791518" cy="906366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70872"/>
            <a:ext cx="22025950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br>
              <a:rPr lang="en-US" dirty="0"/>
            </a:b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1184583" y="7029681"/>
            <a:ext cx="10791518" cy="1820325"/>
          </a:xfrm>
        </p:spPr>
        <p:txBody>
          <a:bodyPr wrap="square" lIns="0" tIns="144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1183300" y="7037300"/>
            <a:ext cx="10360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131887CB-A394-F22D-D6BB-F44B2E48F0E2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1242879" y="9191539"/>
            <a:ext cx="10791518" cy="906366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F1E3906-30C9-0258-5358-32F0F88D9F01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1242879" y="10391257"/>
            <a:ext cx="10791518" cy="1820325"/>
          </a:xfrm>
        </p:spPr>
        <p:txBody>
          <a:bodyPr wrap="square" lIns="0" tIns="144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7" name="Straight Connector">
            <a:extLst>
              <a:ext uri="{FF2B5EF4-FFF2-40B4-BE49-F238E27FC236}">
                <a16:creationId xmlns:a16="http://schemas.microsoft.com/office/drawing/2014/main" id="{F191B52C-7938-6ABF-4C19-66104E713582}"/>
              </a:ext>
            </a:extLst>
          </p:cNvPr>
          <p:cNvCxnSpPr>
            <a:cxnSpLocks/>
          </p:cNvCxnSpPr>
          <p:nvPr userDrawn="1"/>
        </p:nvCxnSpPr>
        <p:spPr>
          <a:xfrm>
            <a:off x="1241596" y="10388716"/>
            <a:ext cx="10360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C422D6A-7D64-CF12-FDAE-C05406DA4A67}"/>
              </a:ext>
            </a:extLst>
          </p:cNvPr>
          <p:cNvSpPr/>
          <p:nvPr userDrawn="1"/>
        </p:nvSpPr>
        <p:spPr>
          <a:xfrm>
            <a:off x="12416449" y="5840121"/>
            <a:ext cx="11967550" cy="67206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rIns="0" bIns="0" rtlCol="0" anchor="ctr" anchorCtr="0"/>
          <a:lstStyle/>
          <a:p>
            <a:pPr algn="ctr"/>
            <a:endParaRPr lang="ru-RU" sz="3600" dirty="0"/>
          </a:p>
        </p:txBody>
      </p:sp>
      <p:sp>
        <p:nvSpPr>
          <p:cNvPr id="19" name="Subtitle Placeholder 2">
            <a:extLst>
              <a:ext uri="{FF2B5EF4-FFF2-40B4-BE49-F238E27FC236}">
                <a16:creationId xmlns:a16="http://schemas.microsoft.com/office/drawing/2014/main" id="{7612D4FE-8F85-66CB-75F2-5AFE89450D67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12416448" y="5985527"/>
            <a:ext cx="10809692" cy="906366"/>
          </a:xfrm>
        </p:spPr>
        <p:txBody>
          <a:bodyPr wrap="square" lIns="216000" tIns="216000" rIns="0" bIns="72000" anchor="ctr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EC8CC47-C120-A69E-DA74-FA24491B237D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12416449" y="7052830"/>
            <a:ext cx="10782970" cy="2875860"/>
          </a:xfrm>
        </p:spPr>
        <p:txBody>
          <a:bodyPr wrap="square"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7982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After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18981399" y="0"/>
            <a:ext cx="5402602" cy="538642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13119418" y="6035160"/>
            <a:ext cx="10080000" cy="6512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1184582" y="4928932"/>
            <a:ext cx="10080000" cy="688256"/>
          </a:xfrm>
        </p:spPr>
        <p:txBody>
          <a:bodyPr wrap="square" lIns="0" tIns="0" rIns="21600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1184582" y="6029961"/>
            <a:ext cx="10080000" cy="6511118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13129250" y="4928932"/>
            <a:ext cx="10080000" cy="688256"/>
          </a:xfrm>
        </p:spPr>
        <p:txBody>
          <a:bodyPr wrap="square" lIns="0" tIns="0" rIns="0" bIns="72000" anchor="b" anchorCtr="0">
            <a:spAutoFit/>
          </a:bodyPr>
          <a:lstStyle>
            <a:lvl1pPr marL="0" indent="0" algn="l">
              <a:spcBef>
                <a:spcPts val="1200"/>
              </a:spcBef>
              <a:buNone/>
              <a:defRPr sz="4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5"/>
            </p:custDataLst>
          </p:nvPr>
        </p:nvSpPr>
        <p:spPr>
          <a:xfrm>
            <a:off x="13129250" y="6029298"/>
            <a:ext cx="10080000" cy="6512440"/>
          </a:xfrm>
        </p:spPr>
        <p:txBody>
          <a:bodyPr lIns="216000" tIns="216000" rIns="21600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bg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0B3EDB0-01C6-27DB-D0EF-C6D5398EC16D}"/>
              </a:ext>
            </a:extLst>
          </p:cNvPr>
          <p:cNvSpPr/>
          <p:nvPr userDrawn="1"/>
        </p:nvSpPr>
        <p:spPr>
          <a:xfrm>
            <a:off x="11976102" y="8788093"/>
            <a:ext cx="577848" cy="994854"/>
          </a:xfrm>
          <a:prstGeom prst="rightArrow">
            <a:avLst>
              <a:gd name="adj1" fmla="val 43114"/>
              <a:gd name="adj2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A1DE6B08-89AA-F3DC-57F8-3AB4457E11C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183301" y="2627414"/>
            <a:ext cx="2201611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9182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13373784" y="0"/>
            <a:ext cx="11010216" cy="1074276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9" name="Graphic 8" descr="Open quotation mark with solid fill">
            <a:extLst>
              <a:ext uri="{FF2B5EF4-FFF2-40B4-BE49-F238E27FC236}">
                <a16:creationId xmlns:a16="http://schemas.microsoft.com/office/drawing/2014/main" id="{37BAEFC4-A7A6-7FF3-1696-CC175F3CE7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1376" y="2824480"/>
            <a:ext cx="2109288" cy="2109288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771415" y="4346545"/>
            <a:ext cx="16841174" cy="502291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7B6B9A0-B3DE-FBE6-AD68-ECE372E24875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6796243" y="11075469"/>
            <a:ext cx="10791518" cy="459613"/>
          </a:xfr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lnSpc>
                <a:spcPct val="120000"/>
              </a:lnSpc>
              <a:spcBef>
                <a:spcPts val="1200"/>
              </a:spcBef>
              <a:buNone/>
              <a:defRPr sz="27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160DDADB-2037-AAD6-BCAC-C315320D3B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8998512" y="8802554"/>
            <a:ext cx="2109288" cy="2109288"/>
          </a:xfrm>
          <a:prstGeom prst="rect">
            <a:avLst/>
          </a:prstGeom>
        </p:spPr>
      </p:pic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055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9497980"/>
            <a:ext cx="4218020" cy="421802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360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3302" y="2627415"/>
            <a:ext cx="7049476" cy="627864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976E85-1DD3-9EA9-0C27-1CDC76B0A8B0}"/>
              </a:ext>
            </a:extLst>
          </p:cNvPr>
          <p:cNvSpPr>
            <a:spLocks noGrp="1"/>
          </p:cNvSpPr>
          <p:nvPr>
            <p:ph type="body" sz="quarter" idx="32"/>
            <p:custDataLst>
              <p:tags r:id="rId3"/>
            </p:custDataLst>
          </p:nvPr>
        </p:nvSpPr>
        <p:spPr>
          <a:xfrm>
            <a:off x="8664576" y="2627413"/>
            <a:ext cx="14514192" cy="9943930"/>
          </a:xfrm>
        </p:spPr>
        <p:txBody>
          <a:bodyPr>
            <a:noAutofit/>
          </a:bodyPr>
          <a:lstStyle>
            <a:lvl1pPr marL="4572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700">
                <a:solidFill>
                  <a:schemeClr val="tx1"/>
                </a:solidFill>
              </a:defRPr>
            </a:lvl1pPr>
            <a:lvl2pPr marL="13716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700">
                <a:solidFill>
                  <a:schemeClr val="tx1"/>
                </a:solidFill>
              </a:defRPr>
            </a:lvl2pPr>
            <a:lvl3pPr marL="22860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700">
                <a:solidFill>
                  <a:schemeClr val="tx1"/>
                </a:solidFill>
              </a:defRPr>
            </a:lvl3pPr>
            <a:lvl4pPr marL="32004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700">
                <a:solidFill>
                  <a:schemeClr val="tx1"/>
                </a:solidFill>
              </a:defRPr>
            </a:lvl4pPr>
            <a:lvl5pPr marL="41148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7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961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 descr="Портфель со сплошной заливкой">
            <a:extLst>
              <a:ext uri="{FF2B5EF4-FFF2-40B4-BE49-F238E27FC236}">
                <a16:creationId xmlns:a16="http://schemas.microsoft.com/office/drawing/2014/main" id="{881BE5A8-3084-DAF6-419E-8188E2784A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839E024-FBF6-D9B7-75E7-FD5D4C2AA14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F1D9706D-CD18-29CC-50F3-9F4BC8ADFC4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83301" y="2627414"/>
            <a:ext cx="22025950" cy="2511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9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1374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C78C3DDD-916D-70F6-DE6F-D75DED6249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656" y="960714"/>
            <a:ext cx="720000" cy="72000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82C0452-B86B-DF88-DCEB-6364450FC65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2175176" y="1144657"/>
            <a:ext cx="9800924" cy="415498"/>
          </a:xfrm>
        </p:spPr>
        <p:txBody>
          <a:bodyPr wrap="square" lIns="0" tIns="0" rIns="0" bIns="0">
            <a:sp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>
                <a:solidFill>
                  <a:schemeClr val="tx1">
                    <a:alpha val="35000"/>
                  </a:schemeClr>
                </a:solidFill>
              </a:defRPr>
            </a:lvl1pPr>
            <a:lvl5pPr marL="3657600" indent="0">
              <a:buNone/>
              <a:defRPr/>
            </a:lvl5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52800" y="12859200"/>
            <a:ext cx="22680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954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07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25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63" Type="http://schemas.openxmlformats.org/officeDocument/2006/relationships/slideLayout" Target="../slideLayouts/slideLayout67.xml"/><Relationship Id="rId68" Type="http://schemas.openxmlformats.org/officeDocument/2006/relationships/tags" Target="../tags/tag1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62.xml"/><Relationship Id="rId6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9.xml"/><Relationship Id="rId61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slideLayout" Target="../slideLayouts/slideLayout60.xml"/><Relationship Id="rId64" Type="http://schemas.openxmlformats.org/officeDocument/2006/relationships/slideLayout" Target="../slideLayouts/slideLayout68.xml"/><Relationship Id="rId69" Type="http://schemas.openxmlformats.org/officeDocument/2006/relationships/tags" Target="../tags/tag2.xml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59" Type="http://schemas.openxmlformats.org/officeDocument/2006/relationships/slideLayout" Target="../slideLayouts/slideLayout63.xml"/><Relationship Id="rId67" Type="http://schemas.openxmlformats.org/officeDocument/2006/relationships/theme" Target="../theme/theme2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slideLayout" Target="../slideLayouts/slideLayout58.xml"/><Relationship Id="rId6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Relationship Id="rId57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4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slideLayout" Target="../slideLayouts/slideLayout56.xml"/><Relationship Id="rId60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9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38.xml"/><Relationship Id="rId50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tr-TR" dirty="0"/>
              <a:t>Eğitim/Bölüm/Ders Adı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54" r:id="rId3"/>
    <p:sldLayoutId id="2147483656" r:id="rId4"/>
  </p:sldLayoutIdLst>
  <p:transition spd="med"/>
  <p:txStyles>
    <p:titleStyle>
      <a:lvl1pPr marL="0" marR="0" indent="0" algn="ctr" defTabSz="2438338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ClrTx/>
        <a:buSzTx/>
        <a:buFontTx/>
        <a:buNone/>
        <a:tabLst/>
        <a:defRPr sz="7200" b="0" i="0" u="none" strike="noStrike" cap="none" spc="-170" baseline="0">
          <a:solidFill>
            <a:srgbClr val="000000"/>
          </a:solidFill>
          <a:uFillTx/>
          <a:latin typeface="Chromatica" pitchFamily="2" charset="77"/>
          <a:ea typeface="+mn-ea"/>
          <a:cs typeface="+mn-cs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68"/>
            </p:custDataLst>
          </p:nvPr>
        </p:nvSpPr>
        <p:spPr>
          <a:xfrm>
            <a:off x="1194414" y="1511231"/>
            <a:ext cx="22014836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69"/>
            </p:custDataLst>
          </p:nvPr>
        </p:nvSpPr>
        <p:spPr>
          <a:xfrm>
            <a:off x="1194414" y="3651250"/>
            <a:ext cx="22014836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9F05A8-3E39-B0B1-3CD9-3F55B5F2E712}"/>
              </a:ext>
            </a:extLst>
          </p:cNvPr>
          <p:cNvSpPr txBox="1">
            <a:spLocks/>
          </p:cNvSpPr>
          <p:nvPr userDrawn="1"/>
        </p:nvSpPr>
        <p:spPr>
          <a:xfrm>
            <a:off x="22000374" y="1144657"/>
            <a:ext cx="1189212" cy="40011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6F24BE-8BEB-403A-BDCC-38E201D0662D}" type="slidenum">
              <a:rPr lang="en-ID" sz="2600" smtClean="0">
                <a:solidFill>
                  <a:schemeClr val="tx1">
                    <a:alpha val="35000"/>
                  </a:schemeClr>
                </a:solidFill>
              </a:rPr>
              <a:pPr/>
              <a:t>‹#›</a:t>
            </a:fld>
            <a:endParaRPr lang="en-ID" sz="2600" dirty="0">
              <a:solidFill>
                <a:schemeClr val="tx1">
                  <a:alpha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4" r:id="rId2"/>
    <p:sldLayoutId id="2147483875" r:id="rId3"/>
    <p:sldLayoutId id="2147483865" r:id="rId4"/>
    <p:sldLayoutId id="2147483876" r:id="rId5"/>
    <p:sldLayoutId id="2147483877" r:id="rId6"/>
    <p:sldLayoutId id="2147483870" r:id="rId7"/>
    <p:sldLayoutId id="2147483868" r:id="rId8"/>
    <p:sldLayoutId id="2147483938" r:id="rId9"/>
    <p:sldLayoutId id="2147483874" r:id="rId10"/>
    <p:sldLayoutId id="2147483878" r:id="rId11"/>
    <p:sldLayoutId id="2147483879" r:id="rId12"/>
    <p:sldLayoutId id="2147483853" r:id="rId13"/>
    <p:sldLayoutId id="2147483854" r:id="rId14"/>
    <p:sldLayoutId id="2147483880" r:id="rId15"/>
    <p:sldLayoutId id="2147483881" r:id="rId16"/>
    <p:sldLayoutId id="2147483858" r:id="rId17"/>
    <p:sldLayoutId id="2147483882" r:id="rId18"/>
    <p:sldLayoutId id="2147483883" r:id="rId19"/>
    <p:sldLayoutId id="2147483860" r:id="rId20"/>
    <p:sldLayoutId id="2147483862" r:id="rId21"/>
    <p:sldLayoutId id="2147483886" r:id="rId22"/>
    <p:sldLayoutId id="2147483887" r:id="rId23"/>
    <p:sldLayoutId id="2147483888" r:id="rId24"/>
    <p:sldLayoutId id="2147483890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  <p:sldLayoutId id="2147483937" r:id="rId34"/>
    <p:sldLayoutId id="2147483901" r:id="rId35"/>
    <p:sldLayoutId id="2147483902" r:id="rId36"/>
    <p:sldLayoutId id="2147483903" r:id="rId37"/>
    <p:sldLayoutId id="2147483905" r:id="rId38"/>
    <p:sldLayoutId id="2147483906" r:id="rId39"/>
    <p:sldLayoutId id="2147483907" r:id="rId40"/>
    <p:sldLayoutId id="2147483908" r:id="rId41"/>
    <p:sldLayoutId id="2147483909" r:id="rId42"/>
    <p:sldLayoutId id="2147483910" r:id="rId43"/>
    <p:sldLayoutId id="2147483911" r:id="rId44"/>
    <p:sldLayoutId id="2147483912" r:id="rId45"/>
    <p:sldLayoutId id="2147483913" r:id="rId46"/>
    <p:sldLayoutId id="2147483914" r:id="rId47"/>
    <p:sldLayoutId id="2147483915" r:id="rId48"/>
    <p:sldLayoutId id="2147483916" r:id="rId49"/>
    <p:sldLayoutId id="2147483917" r:id="rId50"/>
    <p:sldLayoutId id="2147483919" r:id="rId51"/>
    <p:sldLayoutId id="2147483920" r:id="rId52"/>
    <p:sldLayoutId id="2147483921" r:id="rId53"/>
    <p:sldLayoutId id="2147483922" r:id="rId54"/>
    <p:sldLayoutId id="2147483923" r:id="rId55"/>
    <p:sldLayoutId id="2147483928" r:id="rId56"/>
    <p:sldLayoutId id="2147483939" r:id="rId57"/>
    <p:sldLayoutId id="2147483940" r:id="rId58"/>
    <p:sldLayoutId id="2147483941" r:id="rId59"/>
    <p:sldLayoutId id="2147483942" r:id="rId60"/>
    <p:sldLayoutId id="2147483943" r:id="rId61"/>
    <p:sldLayoutId id="2147483944" r:id="rId62"/>
    <p:sldLayoutId id="2147483945" r:id="rId63"/>
    <p:sldLayoutId id="2147483825" r:id="rId64"/>
    <p:sldLayoutId id="2147483826" r:id="rId65"/>
    <p:sldLayoutId id="2147483946" r:id="rId6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740" userDrawn="1">
          <p15:clr>
            <a:srgbClr val="F26B43"/>
          </p15:clr>
        </p15:guide>
        <p15:guide id="4" pos="14620" userDrawn="1">
          <p15:clr>
            <a:srgbClr val="F26B43"/>
          </p15:clr>
        </p15:guide>
        <p15:guide id="5" orient="horz" pos="736" userDrawn="1">
          <p15:clr>
            <a:srgbClr val="F26B43"/>
          </p15:clr>
        </p15:guide>
        <p15:guide id="6" orient="horz" pos="7904" userDrawn="1">
          <p15:clr>
            <a:srgbClr val="F26B43"/>
          </p15:clr>
        </p15:guide>
        <p15:guide id="12" pos="4006" userDrawn="1">
          <p15:clr>
            <a:srgbClr val="A4A3A4"/>
          </p15:clr>
        </p15:guide>
        <p15:guide id="13" pos="4278" userDrawn="1">
          <p15:clr>
            <a:srgbClr val="A4A3A4"/>
          </p15:clr>
        </p15:guide>
        <p15:guide id="14" pos="11082" userDrawn="1">
          <p15:clr>
            <a:srgbClr val="A4A3A4"/>
          </p15:clr>
        </p15:guide>
        <p15:guide id="15" pos="11354" userDrawn="1">
          <p15:clr>
            <a:srgbClr val="A4A3A4"/>
          </p15:clr>
        </p15:guide>
        <p15:guide id="16" pos="7544" userDrawn="1">
          <p15:clr>
            <a:srgbClr val="A4A3A4"/>
          </p15:clr>
        </p15:guide>
        <p15:guide id="17" pos="7816" userDrawn="1">
          <p15:clr>
            <a:srgbClr val="A4A3A4"/>
          </p15:clr>
        </p15:guide>
        <p15:guide id="18" pos="5186" userDrawn="1">
          <p15:clr>
            <a:srgbClr val="9FCC3B"/>
          </p15:clr>
        </p15:guide>
        <p15:guide id="19" pos="5458" userDrawn="1">
          <p15:clr>
            <a:srgbClr val="9FCC3B"/>
          </p15:clr>
        </p15:guide>
        <p15:guide id="20" pos="9902" userDrawn="1">
          <p15:clr>
            <a:srgbClr val="9FCC3B"/>
          </p15:clr>
        </p15:guide>
        <p15:guide id="21" pos="10174" userDrawn="1">
          <p15:clr>
            <a:srgbClr val="9FCC3B"/>
          </p15:clr>
        </p15:guide>
        <p15:guide id="22" orient="horz" pos="16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0C94BD7-D911-9244-0C22-30F3674F9B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Yapisi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04E83E-95AE-C2B6-73CB-D48A805FE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541" y="1769154"/>
            <a:ext cx="15709901" cy="1118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8855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1935-959F-475A-4302-37E30F0D4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6E7CD23-2572-E425-EC81-AC7AE8333A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Yapisi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3E4C676-A022-6EAF-63D0-B64363193110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5959377-F1B1-FC9E-0473-AF67F57493B4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degerleri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53CF7D53-A046-0684-14A9-45BAEE2C3CA4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ED0A25A1-BA74-584F-AFC3-16072D48EC17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400269B7-758C-D8CF-C6D8-EB33D34CE246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F0ECE5A9-3FFF-F26C-3AD3-C845CCB6D06C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26321529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29D7-4465-0066-EB6F-E5CC4266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09709A7-9D74-A417-6AA2-27DC6329234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Yapisi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616CBCE-128E-52BC-B743-E64B515E7458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990D79B-4806-70D7-C2A2-48B74B7FAE7B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degerleri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E99EF22-A95A-9F7D-45D0-E278B04F688A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CE3BB01-4DD9-54A0-5CFB-00BB044E33F0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agirligi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BFA60297-4E1A-4F29-7897-E1E5E770D0AA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62DCBD8A-E9CC-C32A-D8E9-F6ADF3BD6589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19252490-0C10-5E7D-4731-C46C43619265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1B904465-1451-8C57-D6B7-4FFDB27FDA89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8F2CDB10-3B48-5FFF-6655-929C0F6BE19F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24B61729-D5CF-AAFC-87CC-E7EE92AA32D4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E21DAAF1-2124-0921-C811-EB91E2BF78A3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E81C3CEB-24B2-CDAE-7E57-3C66E87F53C1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6E05D733-E7BD-2FC6-FDC4-E8B442AA0DAB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F85FA90D-3CA2-22B4-101D-059A711ADF75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1989AF8F-F9F8-9DAE-7D05-F554C7735B35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AD34A9A6-EA3A-6724-F97E-1C783D642A02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2CFD2A87-6B7E-9888-2AC4-0DCFF1C8DE12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ED675939-C8DF-7C7D-D485-B70FA2E52298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254671145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0E35-00FC-29F8-E1D7-2C3F2E4B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0E22B2F-FF4A-6676-D493-52F2B249C9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Yapisi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A929614-C6B2-C462-4B1C-1B0B0888FCB9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5C5A583-74ED-F5B3-76C4-59D46F856203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degerleri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726BE4C-21D5-BD90-C28F-D2F5CA94B7B5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3DA06C1-10EB-0767-E42C-960146CC0453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agirligi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8F18C04-1A9C-A783-CB6D-C6F6296D74A3}"/>
              </a:ext>
            </a:extLst>
          </p:cNvPr>
          <p:cNvSpPr/>
          <p:nvPr/>
        </p:nvSpPr>
        <p:spPr>
          <a:xfrm>
            <a:off x="1659636" y="6373876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A9D9D57-E96C-7085-A747-632656175824}"/>
              </a:ext>
            </a:extLst>
          </p:cNvPr>
          <p:cNvSpPr/>
          <p:nvPr/>
        </p:nvSpPr>
        <p:spPr>
          <a:xfrm>
            <a:off x="2262634" y="652542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Bias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Sabit kaydirma terimi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FB95FF49-1DA0-BB2A-6166-FBAAFD367DCF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04E8AD02-A287-D9A7-36CF-2F6FBA27DB98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 err="1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B4C76352-5A7A-1E0F-1DDF-C28F2958EE5C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D96B1559-D91D-0709-558D-228AE557C254}"/>
              </a:ext>
            </a:extLst>
          </p:cNvPr>
          <p:cNvSpPr/>
          <p:nvPr/>
        </p:nvSpPr>
        <p:spPr>
          <a:xfrm>
            <a:off x="13423745" y="952899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B"/>
                </a:solidFill>
                <a:latin typeface="Chromatica"/>
              </a:rPr>
              <a:t>bias</a:t>
            </a:r>
            <a:endParaRPr lang="en-US" sz="1800" dirty="0">
              <a:latin typeface="Chromatica"/>
            </a:endParaRPr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14826E42-34C6-E63A-447B-C4F53113A35A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E18F41D1-7C6D-597D-8ED1-C0D7C6A36A5D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8076E0CD-06EA-6566-A295-6223C8AEE3A9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3D9CAADE-962E-D348-34FF-15EED3DDEC0E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10ED09A3-4494-1B15-0178-B1EE02808310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83F4AB99-51A1-157B-2F70-4C50F6DBDDB1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8C6A3FB7-4023-6FDC-398A-2B88DF27F70D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1BDF5A8A-1EE4-F3A9-24A3-82C9B9474A38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8176BD14-8AEF-3AB4-F19D-6011BC11907A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B1126126-BDA1-FD11-7109-263AB7823AB5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A743F0D6-FC26-3270-EB21-25FAD8DE4268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67353165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8FD3-C72A-A11B-5754-9859CF95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266A17E-5637-540D-1633-24051926C6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Yapisi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EEE7387-A9CD-1A84-3735-1F56E2ED11CB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9FA791F-2F28-1F42-6506-BDC6F0D08A8A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degerleri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824FCC2-FEC0-7E8C-CA6C-11975209D126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7B93502-96AC-42B6-FDD1-C536833EE833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agirligi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772ABB1-21F2-5F6C-2942-66CD304DF065}"/>
              </a:ext>
            </a:extLst>
          </p:cNvPr>
          <p:cNvSpPr/>
          <p:nvPr/>
        </p:nvSpPr>
        <p:spPr>
          <a:xfrm>
            <a:off x="1659636" y="6373876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15023B1-2F58-6345-15C6-6C910A6D4202}"/>
              </a:ext>
            </a:extLst>
          </p:cNvPr>
          <p:cNvSpPr/>
          <p:nvPr/>
        </p:nvSpPr>
        <p:spPr>
          <a:xfrm>
            <a:off x="2262634" y="652542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Bias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Sabit kaydirma terimi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7C93BC4C-8B38-F900-67E6-80EF3DDAF7E0}"/>
              </a:ext>
            </a:extLst>
          </p:cNvPr>
          <p:cNvSpPr/>
          <p:nvPr/>
        </p:nvSpPr>
        <p:spPr>
          <a:xfrm>
            <a:off x="1675638" y="7250684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A0188919-FB00-5095-6D49-FB18D0B5FB24}"/>
              </a:ext>
            </a:extLst>
          </p:cNvPr>
          <p:cNvSpPr/>
          <p:nvPr/>
        </p:nvSpPr>
        <p:spPr>
          <a:xfrm>
            <a:off x="2262633" y="7375869"/>
            <a:ext cx="52847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Summation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Agirlikli toplam (Sigma)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BAFD3EE0-97EB-9E98-A508-DC76CCA2AB76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C83A6748-8844-72B2-636D-6539733F0D16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26E41E01-CE91-2AEF-C1FC-D5688966F065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937CE059-686C-0D99-8A34-F561BEBF4C5D}"/>
              </a:ext>
            </a:extLst>
          </p:cNvPr>
          <p:cNvSpPr/>
          <p:nvPr/>
        </p:nvSpPr>
        <p:spPr>
          <a:xfrm>
            <a:off x="14545407" y="6582804"/>
            <a:ext cx="1060198" cy="116999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EB755ED7-CFCA-32C2-3AB9-221B14C4EC10}"/>
              </a:ext>
            </a:extLst>
          </p:cNvPr>
          <p:cNvSpPr/>
          <p:nvPr/>
        </p:nvSpPr>
        <p:spPr>
          <a:xfrm>
            <a:off x="14536332" y="6582804"/>
            <a:ext cx="1060198" cy="1169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154460E7-1F00-FE0B-8969-8A9230826DEF}"/>
              </a:ext>
            </a:extLst>
          </p:cNvPr>
          <p:cNvSpPr/>
          <p:nvPr/>
        </p:nvSpPr>
        <p:spPr>
          <a:xfrm>
            <a:off x="13423745" y="952899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B"/>
                </a:solidFill>
                <a:latin typeface="Chromatica"/>
              </a:rPr>
              <a:t>bias</a:t>
            </a:r>
            <a:endParaRPr lang="en-US" sz="1800" dirty="0">
              <a:latin typeface="Chromatica"/>
            </a:endParaRPr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982F0661-B902-18CE-E5F2-FD25C6A6D354}"/>
              </a:ext>
            </a:extLst>
          </p:cNvPr>
          <p:cNvSpPr/>
          <p:nvPr/>
        </p:nvSpPr>
        <p:spPr>
          <a:xfrm>
            <a:off x="15262862" y="8202168"/>
            <a:ext cx="0" cy="0"/>
          </a:xfrm>
          <a:prstGeom prst="line">
            <a:avLst/>
          </a:prstGeom>
          <a:noFill/>
          <a:ln w="15875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3EC7A45D-4C3A-4127-98F3-51279DEC8085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88AE49F5-7080-C39E-1632-F7DC208D3623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5C9A8C82-F913-6B7D-B119-5CD435E90C6F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14558EC4-D804-64F1-0670-41BD027BB9B6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404ED2E7-F950-D2C2-A07D-2BB610AEB700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F168A45B-B5FC-1FD7-F462-E8BEE63CB88F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3A816681-6376-92B8-AFB5-B2E619ADB979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5123B508-F66F-C46E-C0D3-9B91984D66B7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080C4206-3ADA-A941-26C7-86BB829861FB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6DCE1627-EC26-B27F-F3D4-71E6145A4F15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246FBC48-0F4F-0005-C2A7-3B2A2CB0DDAC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BCAFF399-CB26-20AB-AEA0-ACFA65867F9A}"/>
              </a:ext>
            </a:extLst>
          </p:cNvPr>
          <p:cNvCxnSpPr>
            <a:cxnSpLocks/>
            <a:stCxn id="100" idx="6"/>
            <a:endCxn id="63" idx="1"/>
          </p:cNvCxnSpPr>
          <p:nvPr/>
        </p:nvCxnSpPr>
        <p:spPr>
          <a:xfrm>
            <a:off x="12020699" y="4770401"/>
            <a:ext cx="2679970" cy="198374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156D4616-7832-2987-0E73-F1C5E165841E}"/>
              </a:ext>
            </a:extLst>
          </p:cNvPr>
          <p:cNvCxnSpPr>
            <a:stCxn id="92" idx="6"/>
            <a:endCxn id="63" idx="2"/>
          </p:cNvCxnSpPr>
          <p:nvPr/>
        </p:nvCxnSpPr>
        <p:spPr>
          <a:xfrm>
            <a:off x="12017829" y="7162788"/>
            <a:ext cx="2527578" cy="50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A6183743-7FF4-0B58-F585-31BE10D00396}"/>
              </a:ext>
            </a:extLst>
          </p:cNvPr>
          <p:cNvCxnSpPr>
            <a:stCxn id="96" idx="6"/>
          </p:cNvCxnSpPr>
          <p:nvPr/>
        </p:nvCxnSpPr>
        <p:spPr>
          <a:xfrm>
            <a:off x="12017829" y="5964746"/>
            <a:ext cx="2640356" cy="97215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88D2FD09-7FA0-8D5F-5854-6382867632D3}"/>
              </a:ext>
            </a:extLst>
          </p:cNvPr>
          <p:cNvCxnSpPr>
            <a:stCxn id="89" idx="6"/>
            <a:endCxn id="63" idx="3"/>
          </p:cNvCxnSpPr>
          <p:nvPr/>
        </p:nvCxnSpPr>
        <p:spPr>
          <a:xfrm flipV="1">
            <a:off x="12017829" y="7581455"/>
            <a:ext cx="2682840" cy="134290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9590878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5E49-D98D-5271-8638-3053B0B9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21101E3-537E-7B76-5A47-16F8607D79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Yapisi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20FC908-1F00-1BCE-1652-A5E57741C91D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6F3DE68-6431-F9BF-4A93-DBDFEA1F0BB4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degerleri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F577A5E-8A80-3D3A-A9D5-4F34FCFB52B2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2C4A950-955C-1D8E-13C8-3772B454AB76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agirligi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E272B53-124A-AB08-146A-013472861F07}"/>
              </a:ext>
            </a:extLst>
          </p:cNvPr>
          <p:cNvSpPr/>
          <p:nvPr/>
        </p:nvSpPr>
        <p:spPr>
          <a:xfrm>
            <a:off x="1659636" y="6373876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00DAFBC-C6D5-1FAD-8040-55CEAA02504B}"/>
              </a:ext>
            </a:extLst>
          </p:cNvPr>
          <p:cNvSpPr/>
          <p:nvPr/>
        </p:nvSpPr>
        <p:spPr>
          <a:xfrm>
            <a:off x="2262634" y="652542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Bias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Sabit kaydirma terimi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219BCFB-587B-E668-801A-27F9557F43E5}"/>
              </a:ext>
            </a:extLst>
          </p:cNvPr>
          <p:cNvSpPr/>
          <p:nvPr/>
        </p:nvSpPr>
        <p:spPr>
          <a:xfrm>
            <a:off x="1675638" y="7250684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3B6E0392-3280-6F04-F896-9FFA17744585}"/>
              </a:ext>
            </a:extLst>
          </p:cNvPr>
          <p:cNvSpPr/>
          <p:nvPr/>
        </p:nvSpPr>
        <p:spPr>
          <a:xfrm>
            <a:off x="2262633" y="7375869"/>
            <a:ext cx="52847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Summation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Agirlikli toplam (Sigma)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5BED2DC9-0F97-1123-4553-BB6F99FF50C2}"/>
              </a:ext>
            </a:extLst>
          </p:cNvPr>
          <p:cNvSpPr/>
          <p:nvPr/>
        </p:nvSpPr>
        <p:spPr>
          <a:xfrm>
            <a:off x="1675638" y="8130105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40D54F8C-5A18-EE9E-0E9C-82A122EA8D7E}"/>
              </a:ext>
            </a:extLst>
          </p:cNvPr>
          <p:cNvSpPr/>
          <p:nvPr/>
        </p:nvSpPr>
        <p:spPr>
          <a:xfrm>
            <a:off x="2203649" y="8250936"/>
            <a:ext cx="5677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Activation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Dogrusalligi kiran fonksiyon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C9A65DA5-D8A9-AA00-0F06-80CE2F5E325B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170996C4-1CBC-98D9-DD62-8C7ED54D4106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7749E8E9-F867-0CCA-B163-4377BE3999DD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24EC16B4-8CCC-E02A-9040-8DC57392FA35}"/>
              </a:ext>
            </a:extLst>
          </p:cNvPr>
          <p:cNvSpPr/>
          <p:nvPr/>
        </p:nvSpPr>
        <p:spPr>
          <a:xfrm>
            <a:off x="14545407" y="6582804"/>
            <a:ext cx="1060198" cy="116999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AD01F3BF-540E-FA30-9B81-D4950C9A265B}"/>
              </a:ext>
            </a:extLst>
          </p:cNvPr>
          <p:cNvSpPr/>
          <p:nvPr/>
        </p:nvSpPr>
        <p:spPr>
          <a:xfrm>
            <a:off x="14536332" y="6582804"/>
            <a:ext cx="1060198" cy="1169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3274819E-ABF0-0DBA-B4F5-BFFF790D4D7D}"/>
              </a:ext>
            </a:extLst>
          </p:cNvPr>
          <p:cNvSpPr/>
          <p:nvPr/>
        </p:nvSpPr>
        <p:spPr>
          <a:xfrm>
            <a:off x="13423745" y="952899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B"/>
                </a:solidFill>
                <a:latin typeface="Chromatica"/>
              </a:rPr>
              <a:t>bias</a:t>
            </a:r>
            <a:endParaRPr lang="en-US" sz="1800" dirty="0">
              <a:latin typeface="Chromatica"/>
            </a:endParaRPr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AB97ACC6-B803-C192-FAF6-673FD4229B30}"/>
              </a:ext>
            </a:extLst>
          </p:cNvPr>
          <p:cNvSpPr/>
          <p:nvPr/>
        </p:nvSpPr>
        <p:spPr>
          <a:xfrm>
            <a:off x="15262862" y="8202168"/>
            <a:ext cx="0" cy="0"/>
          </a:xfrm>
          <a:prstGeom prst="line">
            <a:avLst/>
          </a:prstGeom>
          <a:noFill/>
          <a:ln w="15875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D7685A52-7984-EA1C-C9B3-FA0A53087392}"/>
              </a:ext>
            </a:extLst>
          </p:cNvPr>
          <p:cNvSpPr/>
          <p:nvPr/>
        </p:nvSpPr>
        <p:spPr>
          <a:xfrm>
            <a:off x="15605605" y="7101261"/>
            <a:ext cx="685800" cy="0"/>
          </a:xfrm>
          <a:prstGeom prst="line">
            <a:avLst/>
          </a:prstGeom>
          <a:noFill/>
          <a:ln w="19050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1AC6622D-8B0C-8D8F-027F-89D1838D1B35}"/>
              </a:ext>
            </a:extLst>
          </p:cNvPr>
          <p:cNvSpPr/>
          <p:nvPr/>
        </p:nvSpPr>
        <p:spPr>
          <a:xfrm>
            <a:off x="16302073" y="6698416"/>
            <a:ext cx="903732" cy="855092"/>
          </a:xfrm>
          <a:prstGeom prst="roundRect">
            <a:avLst>
              <a:gd name="adj" fmla="val 7059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8DA07094-0D10-4496-73DE-2F1490DF9C1E}"/>
              </a:ext>
            </a:extLst>
          </p:cNvPr>
          <p:cNvSpPr/>
          <p:nvPr/>
        </p:nvSpPr>
        <p:spPr>
          <a:xfrm>
            <a:off x="16365319" y="669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5257"/>
                </a:solidFill>
              </a:rPr>
              <a:t>φ</a:t>
            </a:r>
            <a:endParaRPr lang="en-US" sz="260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83C5AB46-A26F-F86B-88D2-17EC75CB9334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3" name="Text 41">
            <a:extLst>
              <a:ext uri="{FF2B5EF4-FFF2-40B4-BE49-F238E27FC236}">
                <a16:creationId xmlns:a16="http://schemas.microsoft.com/office/drawing/2014/main" id="{7418A13C-3719-F4B7-5B6B-755B66A1666C}"/>
              </a:ext>
            </a:extLst>
          </p:cNvPr>
          <p:cNvSpPr/>
          <p:nvPr/>
        </p:nvSpPr>
        <p:spPr>
          <a:xfrm>
            <a:off x="16199965" y="6168573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activation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7613C3D6-04FE-580E-943D-E86ED0C9B952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9D5B8903-184D-A4F0-CF0C-85511C00CC17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FC34DEA5-FDB4-E262-1891-D4F78B604971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A0AFBB38-93C1-D4AF-C63D-91E47C363819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842CBE71-4205-82B0-615A-22D2E2CCDAA6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DBB64854-F5CF-B867-0E59-213062D20B36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BA4183E6-6A17-DF3B-911C-4D999FDD1E72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5AAC2EF1-8463-6D33-B39F-AE2C8FF37638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F917FF6E-8EAE-8D4C-3EAF-B5FEA7CF0735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ED8E6628-2671-9BA9-AB1A-B17794901384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790C7835-6659-3DC1-ADC9-288874BFBA37}"/>
              </a:ext>
            </a:extLst>
          </p:cNvPr>
          <p:cNvCxnSpPr>
            <a:cxnSpLocks/>
            <a:stCxn id="100" idx="6"/>
            <a:endCxn id="63" idx="1"/>
          </p:cNvCxnSpPr>
          <p:nvPr/>
        </p:nvCxnSpPr>
        <p:spPr>
          <a:xfrm>
            <a:off x="12020699" y="4770401"/>
            <a:ext cx="2679970" cy="198374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38F81CFB-A479-4139-FFAB-C1836D67601C}"/>
              </a:ext>
            </a:extLst>
          </p:cNvPr>
          <p:cNvCxnSpPr>
            <a:stCxn id="92" idx="6"/>
            <a:endCxn id="63" idx="2"/>
          </p:cNvCxnSpPr>
          <p:nvPr/>
        </p:nvCxnSpPr>
        <p:spPr>
          <a:xfrm>
            <a:off x="12017829" y="7162788"/>
            <a:ext cx="2527578" cy="50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5803BB7D-327A-0B9F-31E1-AE0CFD1D43C2}"/>
              </a:ext>
            </a:extLst>
          </p:cNvPr>
          <p:cNvCxnSpPr>
            <a:stCxn id="96" idx="6"/>
          </p:cNvCxnSpPr>
          <p:nvPr/>
        </p:nvCxnSpPr>
        <p:spPr>
          <a:xfrm>
            <a:off x="12017829" y="5964746"/>
            <a:ext cx="2640356" cy="97215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8D566316-176D-0EA7-0805-C27A2A99A20C}"/>
              </a:ext>
            </a:extLst>
          </p:cNvPr>
          <p:cNvCxnSpPr>
            <a:stCxn id="89" idx="6"/>
            <a:endCxn id="63" idx="3"/>
          </p:cNvCxnSpPr>
          <p:nvPr/>
        </p:nvCxnSpPr>
        <p:spPr>
          <a:xfrm flipV="1">
            <a:off x="12017829" y="7581455"/>
            <a:ext cx="2682840" cy="134290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6873644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70F3-F202-EDB1-1B8A-3D560F8D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6E555-72F3-C136-0BF3-9E20FF4037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Yapisi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2D218F0-F9A2-4662-D10D-E1CFF74D088D}"/>
              </a:ext>
            </a:extLst>
          </p:cNvPr>
          <p:cNvSpPr/>
          <p:nvPr/>
        </p:nvSpPr>
        <p:spPr>
          <a:xfrm>
            <a:off x="1655064" y="4618481"/>
            <a:ext cx="598932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10BCA9F-ADBA-A9AE-21E3-DE4BD87F223B}"/>
              </a:ext>
            </a:extLst>
          </p:cNvPr>
          <p:cNvSpPr/>
          <p:nvPr/>
        </p:nvSpPr>
        <p:spPr>
          <a:xfrm>
            <a:off x="2318004" y="4741164"/>
            <a:ext cx="47677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Inputs  </a:t>
            </a:r>
            <a:r>
              <a:rPr lang="en-US" dirty="0">
                <a:solidFill>
                  <a:srgbClr val="5A6B6B"/>
                </a:solidFill>
                <a:latin typeface="Chromatica"/>
                <a:ea typeface="Arial" pitchFamily="34" charset="-122"/>
                <a:cs typeface="Arial" pitchFamily="34" charset="-120"/>
              </a:rPr>
              <a:t>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Girdi degerleri (x1..xn)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A6D2ED3-577C-B90B-B1F9-459EDFB69B2F}"/>
              </a:ext>
            </a:extLst>
          </p:cNvPr>
          <p:cNvSpPr/>
          <p:nvPr/>
        </p:nvSpPr>
        <p:spPr>
          <a:xfrm>
            <a:off x="1655064" y="5497068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30CF0A1-ED74-5645-C7F0-67BA3E29C1C5}"/>
              </a:ext>
            </a:extLst>
          </p:cNvPr>
          <p:cNvSpPr/>
          <p:nvPr/>
        </p:nvSpPr>
        <p:spPr>
          <a:xfrm>
            <a:off x="2249424" y="5630418"/>
            <a:ext cx="4640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Weights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Her girdinin agirligi (w)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DEB70F1-DD4B-E6B8-243B-E2340F7AD525}"/>
              </a:ext>
            </a:extLst>
          </p:cNvPr>
          <p:cNvSpPr/>
          <p:nvPr/>
        </p:nvSpPr>
        <p:spPr>
          <a:xfrm>
            <a:off x="1659636" y="6373876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3157BEE-E02D-F229-D472-16C3F3F6A80A}"/>
              </a:ext>
            </a:extLst>
          </p:cNvPr>
          <p:cNvSpPr/>
          <p:nvPr/>
        </p:nvSpPr>
        <p:spPr>
          <a:xfrm>
            <a:off x="2262634" y="652542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Bias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Sabit kaydirma terimi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9491EBAF-F3A9-841E-5516-80EF187331C5}"/>
              </a:ext>
            </a:extLst>
          </p:cNvPr>
          <p:cNvSpPr/>
          <p:nvPr/>
        </p:nvSpPr>
        <p:spPr>
          <a:xfrm>
            <a:off x="1675638" y="7250684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A9287ED9-175C-9B2D-5D22-56BCD31EE4DD}"/>
              </a:ext>
            </a:extLst>
          </p:cNvPr>
          <p:cNvSpPr/>
          <p:nvPr/>
        </p:nvSpPr>
        <p:spPr>
          <a:xfrm>
            <a:off x="2262633" y="7375869"/>
            <a:ext cx="52847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Summation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Agirlikli toplam (Sigma)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A08C03AC-1523-7650-5249-21AF184A18FC}"/>
              </a:ext>
            </a:extLst>
          </p:cNvPr>
          <p:cNvSpPr/>
          <p:nvPr/>
        </p:nvSpPr>
        <p:spPr>
          <a:xfrm>
            <a:off x="1675638" y="8130105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EDF12029-98B4-2129-9279-1BBA0C5A4A4D}"/>
              </a:ext>
            </a:extLst>
          </p:cNvPr>
          <p:cNvSpPr/>
          <p:nvPr/>
        </p:nvSpPr>
        <p:spPr>
          <a:xfrm>
            <a:off x="2203649" y="8250936"/>
            <a:ext cx="5677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Activation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Dogrusalligi kiran fonksiyon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3690958D-EF02-9087-50C8-2D238B2CE0F3}"/>
              </a:ext>
            </a:extLst>
          </p:cNvPr>
          <p:cNvSpPr/>
          <p:nvPr/>
        </p:nvSpPr>
        <p:spPr>
          <a:xfrm>
            <a:off x="1696212" y="9004300"/>
            <a:ext cx="557784" cy="661851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CBEC0AEB-FF9C-5D79-59FC-B5F6E449707F}"/>
              </a:ext>
            </a:extLst>
          </p:cNvPr>
          <p:cNvSpPr/>
          <p:nvPr/>
        </p:nvSpPr>
        <p:spPr>
          <a:xfrm>
            <a:off x="2253996" y="9074223"/>
            <a:ext cx="48318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Output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— Noronun cikti degeri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D27F8001-1EFD-011D-5930-07D4B3A5E29E}"/>
              </a:ext>
            </a:extLst>
          </p:cNvPr>
          <p:cNvSpPr/>
          <p:nvPr/>
        </p:nvSpPr>
        <p:spPr>
          <a:xfrm>
            <a:off x="10590278" y="4611695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x1</a:t>
            </a:r>
            <a:endParaRPr lang="en-US" sz="1800" dirty="0">
              <a:latin typeface="Chromatic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A2D94C95-17FC-F502-908F-92019CEEC7B4}"/>
              </a:ext>
            </a:extLst>
          </p:cNvPr>
          <p:cNvSpPr/>
          <p:nvPr/>
        </p:nvSpPr>
        <p:spPr>
          <a:xfrm>
            <a:off x="10590278" y="874315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xn</a:t>
            </a:r>
            <a:endParaRPr lang="en-US" sz="1800" dirty="0">
              <a:latin typeface="Chromatic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F770964D-7616-6A3D-90C0-B2B9275647AC}"/>
              </a:ext>
            </a:extLst>
          </p:cNvPr>
          <p:cNvSpPr/>
          <p:nvPr/>
        </p:nvSpPr>
        <p:spPr>
          <a:xfrm>
            <a:off x="11524600" y="7764345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2B"/>
                </a:solidFill>
              </a:rPr>
              <a:t>:</a:t>
            </a:r>
            <a:endParaRPr lang="en-US" sz="2000" dirty="0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FC894CB7-51F5-EE42-8D15-B60B563F3D4E}"/>
              </a:ext>
            </a:extLst>
          </p:cNvPr>
          <p:cNvSpPr/>
          <p:nvPr/>
        </p:nvSpPr>
        <p:spPr>
          <a:xfrm>
            <a:off x="14545407" y="6582804"/>
            <a:ext cx="1060198" cy="116999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7B923733-F9E2-59E0-3623-29F1B4E9DAF7}"/>
              </a:ext>
            </a:extLst>
          </p:cNvPr>
          <p:cNvSpPr/>
          <p:nvPr/>
        </p:nvSpPr>
        <p:spPr>
          <a:xfrm>
            <a:off x="14536332" y="6582804"/>
            <a:ext cx="1060198" cy="1169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296B565D-3A90-3EB4-DBEB-1E1347C676AC}"/>
              </a:ext>
            </a:extLst>
          </p:cNvPr>
          <p:cNvSpPr/>
          <p:nvPr/>
        </p:nvSpPr>
        <p:spPr>
          <a:xfrm>
            <a:off x="13423745" y="952899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B"/>
                </a:solidFill>
                <a:latin typeface="Chromatica"/>
              </a:rPr>
              <a:t>bias</a:t>
            </a:r>
            <a:endParaRPr lang="en-US" sz="1800" dirty="0">
              <a:latin typeface="Chromatica"/>
            </a:endParaRPr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B2D22689-35A9-8A37-C429-C8F706585EB2}"/>
              </a:ext>
            </a:extLst>
          </p:cNvPr>
          <p:cNvSpPr/>
          <p:nvPr/>
        </p:nvSpPr>
        <p:spPr>
          <a:xfrm>
            <a:off x="15262862" y="8202168"/>
            <a:ext cx="0" cy="0"/>
          </a:xfrm>
          <a:prstGeom prst="line">
            <a:avLst/>
          </a:prstGeom>
          <a:noFill/>
          <a:ln w="15875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BDB80AA7-A59C-AEF0-9664-F930DBCE3D6A}"/>
              </a:ext>
            </a:extLst>
          </p:cNvPr>
          <p:cNvSpPr/>
          <p:nvPr/>
        </p:nvSpPr>
        <p:spPr>
          <a:xfrm>
            <a:off x="15605605" y="7101261"/>
            <a:ext cx="685800" cy="0"/>
          </a:xfrm>
          <a:prstGeom prst="line">
            <a:avLst/>
          </a:prstGeom>
          <a:noFill/>
          <a:ln w="19050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792F7F55-9882-4534-126E-AE12802BD053}"/>
              </a:ext>
            </a:extLst>
          </p:cNvPr>
          <p:cNvSpPr/>
          <p:nvPr/>
        </p:nvSpPr>
        <p:spPr>
          <a:xfrm>
            <a:off x="16302073" y="6698416"/>
            <a:ext cx="903732" cy="855092"/>
          </a:xfrm>
          <a:prstGeom prst="roundRect">
            <a:avLst>
              <a:gd name="adj" fmla="val 7059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BA487ABE-5B41-7CFD-D672-D6868343B639}"/>
              </a:ext>
            </a:extLst>
          </p:cNvPr>
          <p:cNvSpPr/>
          <p:nvPr/>
        </p:nvSpPr>
        <p:spPr>
          <a:xfrm>
            <a:off x="16365319" y="669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5257"/>
                </a:solidFill>
              </a:rPr>
              <a:t>φ</a:t>
            </a:r>
            <a:endParaRPr lang="en-US" sz="2600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9D59ED8F-D257-2B5C-DA51-A360F9DBD1B1}"/>
              </a:ext>
            </a:extLst>
          </p:cNvPr>
          <p:cNvSpPr/>
          <p:nvPr/>
        </p:nvSpPr>
        <p:spPr>
          <a:xfrm>
            <a:off x="17205805" y="7101261"/>
            <a:ext cx="594360" cy="0"/>
          </a:xfrm>
          <a:prstGeom prst="line">
            <a:avLst/>
          </a:prstGeom>
          <a:noFill/>
          <a:ln w="19050">
            <a:solidFill>
              <a:srgbClr val="9AAF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39">
            <a:extLst>
              <a:ext uri="{FF2B5EF4-FFF2-40B4-BE49-F238E27FC236}">
                <a16:creationId xmlns:a16="http://schemas.microsoft.com/office/drawing/2014/main" id="{EAF8EDBE-E40B-A29B-4782-6CF660FE166D}"/>
              </a:ext>
            </a:extLst>
          </p:cNvPr>
          <p:cNvSpPr/>
          <p:nvPr/>
        </p:nvSpPr>
        <p:spPr>
          <a:xfrm>
            <a:off x="17673673" y="68615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E2B2B"/>
                </a:solidFill>
              </a:rPr>
              <a:t>o</a:t>
            </a:r>
            <a:endParaRPr lang="en-US" sz="200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CDF8D55A-76B3-EE71-E154-EC76B1B66132}"/>
              </a:ext>
            </a:extLst>
          </p:cNvPr>
          <p:cNvSpPr/>
          <p:nvPr/>
        </p:nvSpPr>
        <p:spPr>
          <a:xfrm>
            <a:off x="11113120" y="380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weights</a:t>
            </a:r>
          </a:p>
        </p:txBody>
      </p:sp>
      <p:sp>
        <p:nvSpPr>
          <p:cNvPr id="83" name="Text 41">
            <a:extLst>
              <a:ext uri="{FF2B5EF4-FFF2-40B4-BE49-F238E27FC236}">
                <a16:creationId xmlns:a16="http://schemas.microsoft.com/office/drawing/2014/main" id="{4C920999-CC59-6B70-FEEF-635EB3FA4A39}"/>
              </a:ext>
            </a:extLst>
          </p:cNvPr>
          <p:cNvSpPr/>
          <p:nvPr/>
        </p:nvSpPr>
        <p:spPr>
          <a:xfrm>
            <a:off x="16199965" y="6168573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hromatica"/>
              </a:rPr>
              <a:t>activation</a:t>
            </a:r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8328C252-62F2-AF66-A165-38D36F544E8F}"/>
              </a:ext>
            </a:extLst>
          </p:cNvPr>
          <p:cNvSpPr/>
          <p:nvPr/>
        </p:nvSpPr>
        <p:spPr>
          <a:xfrm>
            <a:off x="11305691" y="8510671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B93CA812-332C-1037-360E-BE7DE6B74A46}"/>
              </a:ext>
            </a:extLst>
          </p:cNvPr>
          <p:cNvSpPr/>
          <p:nvPr/>
        </p:nvSpPr>
        <p:spPr>
          <a:xfrm>
            <a:off x="11469736" y="871115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2" name="Shape 15">
            <a:extLst>
              <a:ext uri="{FF2B5EF4-FFF2-40B4-BE49-F238E27FC236}">
                <a16:creationId xmlns:a16="http://schemas.microsoft.com/office/drawing/2014/main" id="{7650F42A-7985-F439-E28B-32F789B96D83}"/>
              </a:ext>
            </a:extLst>
          </p:cNvPr>
          <p:cNvSpPr/>
          <p:nvPr/>
        </p:nvSpPr>
        <p:spPr>
          <a:xfrm>
            <a:off x="11305691" y="6749104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4DD78B5A-9DC2-0C1B-8319-25E9C7B9CF49}"/>
              </a:ext>
            </a:extLst>
          </p:cNvPr>
          <p:cNvSpPr/>
          <p:nvPr/>
        </p:nvSpPr>
        <p:spPr>
          <a:xfrm>
            <a:off x="11469736" y="694958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807AE075-1A5B-9EC1-A395-F3A67278DAAE}"/>
              </a:ext>
            </a:extLst>
          </p:cNvPr>
          <p:cNvSpPr/>
          <p:nvPr/>
        </p:nvSpPr>
        <p:spPr>
          <a:xfrm>
            <a:off x="11305691" y="5551062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44E57DF8-E33E-F169-64A6-7FFB842B7D63}"/>
              </a:ext>
            </a:extLst>
          </p:cNvPr>
          <p:cNvSpPr/>
          <p:nvPr/>
        </p:nvSpPr>
        <p:spPr>
          <a:xfrm>
            <a:off x="11469736" y="57515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688EC127-E197-3776-46C7-6646FB58C49C}"/>
              </a:ext>
            </a:extLst>
          </p:cNvPr>
          <p:cNvSpPr/>
          <p:nvPr/>
        </p:nvSpPr>
        <p:spPr>
          <a:xfrm>
            <a:off x="11308561" y="4356717"/>
            <a:ext cx="712138" cy="827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F52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2081C7AB-5AA0-5960-428D-BE9C5FBCA73E}"/>
              </a:ext>
            </a:extLst>
          </p:cNvPr>
          <p:cNvSpPr/>
          <p:nvPr/>
        </p:nvSpPr>
        <p:spPr>
          <a:xfrm>
            <a:off x="11472606" y="45571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w</a:t>
            </a:r>
            <a:endParaRPr lang="en-US" sz="1600" dirty="0">
              <a:latin typeface="Chromatica"/>
            </a:endParaRPr>
          </a:p>
        </p:txBody>
      </p:sp>
      <p:sp>
        <p:nvSpPr>
          <p:cNvPr id="103" name="Text 14">
            <a:extLst>
              <a:ext uri="{FF2B5EF4-FFF2-40B4-BE49-F238E27FC236}">
                <a16:creationId xmlns:a16="http://schemas.microsoft.com/office/drawing/2014/main" id="{2F8E20F6-F9A5-BA11-F404-415597D91CFF}"/>
              </a:ext>
            </a:extLst>
          </p:cNvPr>
          <p:cNvSpPr/>
          <p:nvPr/>
        </p:nvSpPr>
        <p:spPr>
          <a:xfrm>
            <a:off x="10588268" y="581554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x2</a:t>
            </a:r>
            <a:endParaRPr lang="en-US" sz="1800" dirty="0">
              <a:latin typeface="Chromatica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23047A2B-9423-8C7E-F48C-8E3834D0EFE6}"/>
              </a:ext>
            </a:extLst>
          </p:cNvPr>
          <p:cNvSpPr/>
          <p:nvPr/>
        </p:nvSpPr>
        <p:spPr>
          <a:xfrm>
            <a:off x="10586571" y="6981587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E2B2B"/>
                </a:solidFill>
                <a:latin typeface="Chromatica"/>
              </a:rPr>
              <a:t>x3</a:t>
            </a:r>
            <a:endParaRPr lang="en-US" sz="1800" dirty="0">
              <a:latin typeface="Chromatica"/>
            </a:endParaRP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10A10A55-60DA-0486-0795-9B44A3946312}"/>
              </a:ext>
            </a:extLst>
          </p:cNvPr>
          <p:cNvCxnSpPr>
            <a:cxnSpLocks/>
            <a:stCxn id="100" idx="6"/>
            <a:endCxn id="63" idx="1"/>
          </p:cNvCxnSpPr>
          <p:nvPr/>
        </p:nvCxnSpPr>
        <p:spPr>
          <a:xfrm>
            <a:off x="12020699" y="4770401"/>
            <a:ext cx="2679970" cy="198374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551A3D3C-7B21-6EAB-167E-68A6AAE2030A}"/>
              </a:ext>
            </a:extLst>
          </p:cNvPr>
          <p:cNvCxnSpPr>
            <a:stCxn id="92" idx="6"/>
            <a:endCxn id="63" idx="2"/>
          </p:cNvCxnSpPr>
          <p:nvPr/>
        </p:nvCxnSpPr>
        <p:spPr>
          <a:xfrm>
            <a:off x="12017829" y="7162788"/>
            <a:ext cx="2527578" cy="50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E9CA336C-5620-B69E-75DB-2FCAE394D258}"/>
              </a:ext>
            </a:extLst>
          </p:cNvPr>
          <p:cNvCxnSpPr>
            <a:stCxn id="96" idx="6"/>
          </p:cNvCxnSpPr>
          <p:nvPr/>
        </p:nvCxnSpPr>
        <p:spPr>
          <a:xfrm>
            <a:off x="12017829" y="5964746"/>
            <a:ext cx="2640356" cy="97215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57FEE127-3D6B-BAE4-607F-BC67CD2AA857}"/>
              </a:ext>
            </a:extLst>
          </p:cNvPr>
          <p:cNvCxnSpPr>
            <a:stCxn id="89" idx="6"/>
            <a:endCxn id="63" idx="3"/>
          </p:cNvCxnSpPr>
          <p:nvPr/>
        </p:nvCxnSpPr>
        <p:spPr>
          <a:xfrm flipV="1">
            <a:off x="12017829" y="7581455"/>
            <a:ext cx="2682840" cy="134290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227876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654CBD9-3A7D-9541-1D40-52B94E487D7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1E32D2B-B9EC-DA22-DCC5-DA88B2C89F81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E59F78B-466C-C353-05DE-46B4A8B27366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7DA0CB7-6810-18BD-A4E6-C6796447F68A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067207F-C7C4-508A-8D89-8B04CA76B3D4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E70DE7F-033C-A614-7E1E-BFD235672EDE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9C213D4-0D01-1F18-77EA-45AF94BF5099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1FD6C19F-4104-0601-DE2F-5F88565170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DAE6B297-5EC7-ADFA-4D54-607111086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778901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98CFAB20-56BB-5AAE-358B-3124649380F7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40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C8DA1D1-24FA-685E-5054-B0477B1A0A94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950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3690C94-BE54-17BE-90C9-ABE1721D2F7B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CCCCDE8-8E39-25E3-A0EB-284539BB447B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7A1CF995-118A-18A7-A310-DA4541E3AE55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  <m:r>
                        <a:rPr lang="en-US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𝟑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𝟑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𝟒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𝟒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𝒃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7A1CF995-118A-18A7-A310-DA4541E3AE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B8BB6288-3ED2-CAC6-B68B-905E338E8444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B8BB6288-3ED2-CAC6-B68B-905E338E8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91B7E8BB-7628-4A30-9415-6DD388F57D03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91B7E8BB-7628-4A30-9415-6DD388F57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049D9B4-1318-96EF-CBFB-2A3A8F8B5A71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23FB6B5-E274-B6DC-9B23-1E6F534D0193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B7B5AA9-66F5-2DC0-3383-3BA3B332F820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86CFDE8-87AD-F122-A11A-A8E9B5CFB070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95566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2677D-D27A-50D5-9B29-845170D2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7AFE08E-0160-D6A9-64F6-96C124EA9A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507E7E7-CDC0-77B2-D9C2-02E1E3A97010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782458A-C785-1FB0-97E1-56188F8D5343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A803A85-EA31-30B5-1A96-DBE82A8D080F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64DD810-2E98-3EB2-8747-E489E4DA4EE1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D9CF397-7F45-85E7-688B-A299CEFCA419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87AC0FB1-0D8A-3095-71C6-9F7DE988C07B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5944F6F3-9C6F-27EF-5AC3-0AAE03F1B5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253AE74C-4D4B-9BC2-81A5-46E1C2A6D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076206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0E3EB87E-878B-79A4-9299-F825C36C45D1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40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1A564334-2E66-C496-C95F-84721EAB05D2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950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7539B90-FDB2-C874-0B82-44B87E8D2682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397FA5A-9386-F28C-CB7C-956010F63BC5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B450D5F9-42BE-CE24-48C6-C432F9F26603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40*0.1 + 950*0.3+1*0.5 + 1*0.7 + 0.1</a:t>
                </a: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B450D5F9-42BE-CE24-48C6-C432F9F26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02EFCBB2-BA09-A686-905A-E1978169044E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02EFCBB2-BA09-A686-905A-E19781690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1378FD1B-2BFD-C082-3E51-02C5508E9F66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1378FD1B-2BFD-C082-3E51-02C5508E9F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33E7B082-C4CD-ADF8-E126-12A9DA278762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AC9B377-B2B4-0617-83ED-27C6ADE1CFD4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CEE9D09-AB86-7E05-6D2D-08162055CCF2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53C39D95-C0E2-30EB-AEDD-F231EC1E2B7B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64996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3D4C-E553-2F10-720D-C26B6BBD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6F99C30-1791-CB70-3A3F-2048020118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76E3566-7AE0-01CC-73C3-F52538E8A98E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285E22F-874F-AFE5-9ECF-C8F2BC8E0A8A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BE20006-FEBE-FA1D-D075-B38E0F4DBBBD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50D24D1-7470-4C5C-AFCE-D0F9A8FC57DA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AC5411D-B602-93E1-4178-6832AC9DB273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8797A1F8-BB7F-8D18-7C59-7CF773CDE863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0DBB5E68-EA4E-0FDF-C90D-1620D83476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EBE5EA4C-97B8-FD8C-6AB3-9BD45885C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88955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F0A8A3BC-7D4B-18F5-359E-C5DB8DBDB98A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40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272F504-F556-451D-7995-1A3CCA8901F0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950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AFD195F-89C4-F8BF-0D05-F34C42F243DF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D533673-BD7E-56DA-2770-3414F22044A2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205CE6C0-0ED6-221F-7615-BF8556D4D942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40*0.1 + 950*0.3+1*0.5 + 1*0.7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4 + 285 + 0.5 + 0.7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290.2</a:t>
                </a: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205CE6C0-0ED6-221F-7615-BF8556D4D9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b="-795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029552E-114E-3503-EA86-60F44E676ADF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029552E-114E-3503-EA86-60F44E676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CA34B219-8FAC-C38B-4561-B0EB802969E5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CA34B219-8FAC-C38B-4561-B0EB802969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746C08C-1E63-AA2E-A423-210698E21614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16D1D91-B27F-C147-6C77-13CCC3C10B11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0F87D285-4837-9EF5-A8A6-1A168FF638F7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A0CD8B5-6A5A-1B77-7BE7-963B11FF80B4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05984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8A993-0926-5C81-4D1D-49205EA2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65EB2D7-8933-041F-8419-87722BF02B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BE4E6DC-9805-4FEA-0F85-2F25896ED5BC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CBC87A3-44CA-2BB7-4F3C-1FEC06E00C95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63C49F8-F11D-1BD8-BCBA-41309B8B6FB9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5B70BA3-BE0D-1CDD-38CE-0AAE1FA59F1B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CFF1997-AE64-927D-95A1-866FD4EF93EB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0FFEE80-3998-4554-AD3C-A0D1B95045A8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09B88AED-A663-10EC-006A-1069BC7225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85D43524-87B4-9F79-DD98-196EE881D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351764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1C1F80E1-68F5-FB40-7666-096F11BB95EC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40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3B32AC1-C944-C0F7-2585-E8AC36BA6C76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950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C96C26C7-8980-C0DA-4156-CB6B7FF4CB65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9DA7214-7DAB-DC04-FBED-823BAA9D4500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1AF6621F-D7E4-051B-7073-3EF3FD794C64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40*0.1 + 950*0.3+1*0.5 + 1*0.7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4 + 285 + 0.5 + 0.7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290.2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sigmoid(290.2) ≈ 1.0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1AF6621F-D7E4-051B-7073-3EF3FD794C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919879F-1B7E-8EAF-00F8-0DCDB5F479CF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919879F-1B7E-8EAF-00F8-0DCDB5F479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8C78A0AE-B1EE-8796-F376-8E5D22CB6818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8C78A0AE-B1EE-8796-F376-8E5D22CB6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93167C5-C40F-E7F7-02EA-9337231B9562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94D8832-4DCD-6CC2-992C-B27BE39C8A06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45A7437-CF5C-3118-541C-43949BFF60B6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793C227-3D19-5BDE-E4F1-ADC4DE8F21FF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32180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2A80-9B08-B27D-726D-3562E694D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C60FB50-D43C-D641-FDEA-E33F81CF874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4587B33-A54C-2A71-2313-11018B832B0B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304B4D2-C171-F7BA-5B9C-1140FCC3E33B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556B94D-04F5-186F-2C10-A4FFB1A3BC8F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7D738C2-E3D6-2207-15B3-BF691B3F63AD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BDE146E-7946-FB3A-0B39-E13D7532F0D6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FA48CF0-9D61-B2A3-D4C4-F35FBBB92F64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764E0DE3-C556-7F77-F07B-39742AA463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42A033E4-9C5B-E46F-044C-CB111ECAC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809317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582C544A-91BD-50E8-B873-D45AC8B50BF5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40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217651A-A045-15FC-0F73-58D5F428D97E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950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5C25883-7F20-3D1F-2615-B3817AF86751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38DF376E-B128-4288-714D-BAF3377AA3A9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0B2A2766-46D8-2A5F-D460-38D8A0C0E522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40*0.1 + 950*0.3+1*0.5 + 1*0.7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4 + 285 + 0.5 + 0.7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290.2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sigmoid(290.2) ≈ 1.0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0B2A2766-46D8-2A5F-D460-38D8A0C0E5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0702D48B-9668-663A-45BA-F7FEA926715A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0702D48B-9668-663A-45BA-F7FEA9267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7C8BA602-8C3D-67AF-DBF6-5D699458CD93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7C8BA602-8C3D-67AF-DBF6-5D699458C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7E5EB02C-49B5-A133-47B4-E691A311F464}"/>
                  </a:ext>
                </a:extLst>
              </p:cNvPr>
              <p:cNvSpPr/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  <m:r>
                        <a:rPr lang="en-US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𝟑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𝟑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𝟒</m:t>
                          </m:r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𝟒</m:t>
                          </m:r>
                        </m:sup>
                      </m:sSubSup>
                      <m:r>
                        <a:rPr lang="de-DE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𝒃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7E5EB02C-49B5-A133-47B4-E691A311F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86007B06-DB86-B1A7-36C3-F88D3D125278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82800B0-D13C-ECF5-C242-AF53C5066D54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F526F77-1522-7822-65D8-B71DF1ABF1CF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76EB613-571F-74D2-553B-FA539C193766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2E36367-7FB3-044B-D0ED-5AA4220ED712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2887609" y="4904905"/>
            <a:ext cx="5415925" cy="44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74BCDA2-94E1-A4A1-5E9B-6DE3B3B6DE34}"/>
              </a:ext>
            </a:extLst>
          </p:cNvPr>
          <p:cNvCxnSpPr>
            <a:stCxn id="6" idx="6"/>
          </p:cNvCxnSpPr>
          <p:nvPr/>
        </p:nvCxnSpPr>
        <p:spPr>
          <a:xfrm>
            <a:off x="2887609" y="7129445"/>
            <a:ext cx="5415925" cy="222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885879C-549C-0199-B0E0-235B69D59238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869321" y="9353984"/>
            <a:ext cx="5434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AB86A35-AC17-15AE-4793-09181E778BB9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2869321" y="9353984"/>
            <a:ext cx="5434213" cy="226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35274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DB02-1BF7-82A5-FB62-600B5D4B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37840F7-03F5-CE31-6136-936803B69C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A9F45A3-F57A-E638-05DF-B181BC8C695E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CC94B5A-F433-F424-54B2-4BF318DAFC11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163890B-E81F-078E-6BF4-7A8126BA5724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FD7FF66-05C4-B030-3B33-C8DB510782A7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2F45DAB-616D-FB4B-B18F-3500034C68B1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48ADBCC1-15B8-700D-94F1-37DF2B7A8DEB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3997B8B4-6E91-C9E8-5FFF-3FFE6B75A95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74298158-2DDE-DE88-4873-F6E2242BE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60864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048C8F3C-7FF0-3D16-14D5-A1227BF97AB3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40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59884A9-7C41-95EF-C971-1C57AB0A69CC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950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C5F4053-370B-AF0B-78BB-D0DB16509D40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84E1CED-8F54-EDD0-DDF0-83C637F85573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6377768E-DBE9-4DBB-5A97-72151FB41BE6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40*0.1 + 950*0.3+1*0.5 + 1*0.7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4 + 285 + 0.5 + 0.7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290.2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sigmoid(290.2) ≈ 1.0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6377768E-DBE9-4DBB-5A97-72151FB41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2E4797CE-BF6C-5602-6135-5D1F9C1E5B94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2E4797CE-BF6C-5602-6135-5D1F9C1E5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5A0B16BA-4CB1-580E-2F8F-DFE8A9F76377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5A0B16BA-4CB1-580E-2F8F-DFE8A9F76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91A557B2-052F-7916-D358-415A707CD44E}"/>
                  </a:ext>
                </a:extLst>
              </p:cNvPr>
              <p:cNvSpPr/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40*0.2 + 950*0.4+1*0.6 + 1*0.8 + 0.1</a:t>
                </a:r>
              </a:p>
            </p:txBody>
          </p:sp>
        </mc:Choice>
        <mc:Fallback xmlns="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91A557B2-052F-7916-D358-415A707CD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ADFB0BD-E8DB-0F50-DF51-6B3E50A5D19C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2B2A48D-AB15-F352-4A54-859F32425D18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77A964C-37C9-37B9-9583-C54F588492C4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5DA156F-42AF-CFC4-D178-4F7432E47A6B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9DC0EB2-6E2C-CC1D-2455-9BE936895FC2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2887609" y="4904905"/>
            <a:ext cx="5415925" cy="44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6BD0647-1B2D-1140-4CD2-6939ABED2C36}"/>
              </a:ext>
            </a:extLst>
          </p:cNvPr>
          <p:cNvCxnSpPr>
            <a:stCxn id="6" idx="6"/>
          </p:cNvCxnSpPr>
          <p:nvPr/>
        </p:nvCxnSpPr>
        <p:spPr>
          <a:xfrm>
            <a:off x="2887609" y="7129445"/>
            <a:ext cx="5415925" cy="222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08A550D-8C89-FA79-9245-32A2D7EA4077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869321" y="9353984"/>
            <a:ext cx="5434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E6133EE-52EA-91CF-AE69-0C1E57A7A719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2869321" y="9353984"/>
            <a:ext cx="5434213" cy="226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46390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0D26-D19A-60DF-429E-D95977D9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C452FBE-CFD6-B6BE-A994-7FF84CE259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2971581-B391-5D06-03A8-1D7D8A4E5C05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9B50A43-0389-27EA-0456-AD07E8F5707B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8AF55BE-D9E8-2A68-8EA2-1478F1682223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E9AAC6F-8D40-F380-2E45-8D7ED828EFBE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B1326F3-5822-A745-0070-8490B71B2750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61C9C7C-5246-3272-DD97-71A81574D739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EE597916-FFDA-EC0F-27FE-26C1A23C32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26FEC11B-E076-2CE2-6707-73584A3C2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485774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003D2946-9D21-A8D3-8068-BC4DE9F08816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40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8D98151-CAC1-427B-1752-E89D81B8227E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950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348780A-8F99-E540-D1AB-6B36F0A0BF4E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E3C098E-1037-B229-5B06-D57AF426C234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02E1623D-7E5E-80BB-E35A-77AC2853464E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40*0.1 + 950*0.3+1*0.5 + 1*0.7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4 + 285 + 0.5 + 0.7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290.2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sigmoid(290.2) ≈ 1.0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02E1623D-7E5E-80BB-E35A-77AC285346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10C5552C-0D0A-6185-FE95-412A1C6873ED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10C5552C-0D0A-6185-FE95-412A1C687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5E86D417-779B-DCFC-D19C-134398679833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5E86D417-779B-DCFC-D19C-134398679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BBE840EE-0809-F054-0621-1F4FC0BE2AD4}"/>
                  </a:ext>
                </a:extLst>
              </p:cNvPr>
              <p:cNvSpPr/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40*0.2 + 950*0.4+1*0.6 + 1*0.8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8 + 380 + 0.6 + 0.8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389.4</a:t>
                </a:r>
              </a:p>
            </p:txBody>
          </p:sp>
        </mc:Choice>
        <mc:Fallback xmlns="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BBE840EE-0809-F054-0621-1F4FC0BE2A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blipFill>
                <a:blip r:embed="rId5"/>
                <a:stretch>
                  <a:fillRect b="-8304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EB95959F-87B6-3C7B-9371-A506FF78CF92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BA6A95F-8BA7-BFF9-2606-B0C48A1D0B8D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C90771D-2543-26C8-F46C-815F6F6FAD7E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1B87A11-6F38-CF42-1A0C-3FBDD1EFC45D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D119CE4-DB0E-5399-7CD7-4DC9C7C8403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2887609" y="4904905"/>
            <a:ext cx="5415925" cy="44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98680BA-D046-315F-76BD-8BD41A5D9B58}"/>
              </a:ext>
            </a:extLst>
          </p:cNvPr>
          <p:cNvCxnSpPr>
            <a:stCxn id="6" idx="6"/>
          </p:cNvCxnSpPr>
          <p:nvPr/>
        </p:nvCxnSpPr>
        <p:spPr>
          <a:xfrm>
            <a:off x="2887609" y="7129445"/>
            <a:ext cx="5415925" cy="222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37FA1CB-4A20-8E9C-1AE1-C4DC35A34BD6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869321" y="9353984"/>
            <a:ext cx="5434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768EF4E-6E62-2736-018D-784DDD845429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2869321" y="9353984"/>
            <a:ext cx="5434213" cy="226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21968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6C97-5735-2ED8-B001-F2F34969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A469FE1-D24C-F944-29B3-33898C2F998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6202F41-52B4-93B8-A00E-6F8A6A7438DC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4701F1B-59F6-4415-FF5C-B7FFC116A3CA}"/>
              </a:ext>
            </a:extLst>
          </p:cNvPr>
          <p:cNvSpPr/>
          <p:nvPr/>
        </p:nvSpPr>
        <p:spPr>
          <a:xfrm>
            <a:off x="1570873" y="642116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63F4DBE-3F3D-CA95-7D5F-039ABBE41C0B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E661BF5-0AA9-F8C6-783C-815A0D3C8AD1}"/>
              </a:ext>
            </a:extLst>
          </p:cNvPr>
          <p:cNvSpPr/>
          <p:nvPr/>
        </p:nvSpPr>
        <p:spPr>
          <a:xfrm>
            <a:off x="1552585" y="1090597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7621CDE-9544-B5A3-E7C4-059FD5733069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05A05937-B8E6-6A4C-D8A4-37B065FE4B55}"/>
              </a:ext>
            </a:extLst>
          </p:cNvPr>
          <p:cNvSpPr/>
          <p:nvPr/>
        </p:nvSpPr>
        <p:spPr>
          <a:xfrm>
            <a:off x="8303534" y="8645704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390C8A6C-3756-F3EF-426A-92A20E8C3A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CCE43AC7-F46D-E9E1-8369-8D67D73BB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00896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6">
            <a:extLst>
              <a:ext uri="{FF2B5EF4-FFF2-40B4-BE49-F238E27FC236}">
                <a16:creationId xmlns:a16="http://schemas.microsoft.com/office/drawing/2014/main" id="{C714E87D-06D9-CAAF-5801-CE6859CB9852}"/>
              </a:ext>
            </a:extLst>
          </p:cNvPr>
          <p:cNvSpPr/>
          <p:nvPr/>
        </p:nvSpPr>
        <p:spPr>
          <a:xfrm>
            <a:off x="1779495" y="4490957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40</a:t>
            </a:r>
            <a:endParaRPr lang="en-US" dirty="0">
              <a:latin typeface="Chromatic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9B2BC5F-62A4-54C6-4E2A-BE80765D8E6D}"/>
              </a:ext>
            </a:extLst>
          </p:cNvPr>
          <p:cNvSpPr/>
          <p:nvPr/>
        </p:nvSpPr>
        <p:spPr>
          <a:xfrm>
            <a:off x="1779495" y="6715496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950</a:t>
            </a:r>
            <a:endParaRPr lang="en-US" dirty="0">
              <a:latin typeface="Chromatic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DD7E8AE-F725-28DC-2DA5-74CEE3688EDA}"/>
              </a:ext>
            </a:extLst>
          </p:cNvPr>
          <p:cNvSpPr/>
          <p:nvPr/>
        </p:nvSpPr>
        <p:spPr>
          <a:xfrm>
            <a:off x="1779494" y="8953283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26EDCDE-8B34-16A6-8E58-24A23C43DED1}"/>
              </a:ext>
            </a:extLst>
          </p:cNvPr>
          <p:cNvSpPr/>
          <p:nvPr/>
        </p:nvSpPr>
        <p:spPr>
          <a:xfrm>
            <a:off x="1797783" y="11200305"/>
            <a:ext cx="862915" cy="82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hromatica"/>
                <a:ea typeface="Arial" pitchFamily="34" charset="-122"/>
                <a:cs typeface="Arial" pitchFamily="34" charset="-120"/>
              </a:rPr>
              <a:t>1</a:t>
            </a:r>
            <a:endParaRPr lang="en-US" dirty="0">
              <a:latin typeface="Chroma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1E088802-E856-C3D0-136D-8AA67C77C7DA}"/>
                  </a:ext>
                </a:extLst>
              </p:cNvPr>
              <p:cNvSpPr/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40*0.1 + 950*0.3+1*0.5 + 1*0.7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4 + 285 + 0.5 + 0.7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290.2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sigmoid(290.2) ≈ 1.0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1E088802-E856-C3D0-136D-8AA67C77C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1531" y="5318853"/>
                <a:ext cx="6732661" cy="1762308"/>
              </a:xfrm>
              <a:prstGeom prst="rect">
                <a:avLst/>
              </a:prstGeom>
              <a:blipFill>
                <a:blip r:embed="rId2"/>
                <a:stretch>
                  <a:fillRect t="-6574" b="-20415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22A2E122-604F-93E9-6714-D373B07504D7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22A2E122-604F-93E9-6714-D373B0750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04212DF3-6C32-25D2-6F38-159D2893A9DA}"/>
                  </a:ext>
                </a:extLst>
              </p:cNvPr>
              <p:cNvSpPr/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7" name="Text 16">
                <a:extLst>
                  <a:ext uri="{FF2B5EF4-FFF2-40B4-BE49-F238E27FC236}">
                    <a16:creationId xmlns:a16="http://schemas.microsoft.com/office/drawing/2014/main" id="{04212DF3-6C32-25D2-6F38-159D2893A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444" y="8940035"/>
                <a:ext cx="862915" cy="827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C76ADB25-2183-DBDC-FE78-4B35FBF0D1CD}"/>
                  </a:ext>
                </a:extLst>
              </p:cNvPr>
              <p:cNvSpPr/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1 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3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4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40*0.2 + 950*0.4+1*0.6 + 1*0.8 + 0.1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8 + 380 + 0.6 + 0.8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389.4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𝒂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𝟐</m:t>
                        </m:r>
                      </m:sub>
                      <m:sup>
                        <m:r>
                          <a:rPr lang="de-DE" b="1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sigmoid(389.4) ≈ 1.0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9" name="Text 26">
                <a:extLst>
                  <a:ext uri="{FF2B5EF4-FFF2-40B4-BE49-F238E27FC236}">
                    <a16:creationId xmlns:a16="http://schemas.microsoft.com/office/drawing/2014/main" id="{C76ADB25-2183-DBDC-FE78-4B35FBF0D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19" y="9017198"/>
                <a:ext cx="6732661" cy="1762308"/>
              </a:xfrm>
              <a:prstGeom prst="rect">
                <a:avLst/>
              </a:prstGeom>
              <a:blipFill>
                <a:blip r:embed="rId5"/>
                <a:stretch>
                  <a:fillRect t="-6574" b="-2076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E474AD2-D019-3E48-DFE4-BEA3C8F49CE7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AC06417-66DE-553F-C56A-D0F73E49BA30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887609" y="6439030"/>
            <a:ext cx="5500116" cy="69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1DB5B294-CDF4-5BCC-7FD7-933E7613570B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48A80A9-86D8-8764-B7E4-33247498DAC5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2869321" y="6439030"/>
            <a:ext cx="5518404" cy="517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B9A2D78F-9B7D-D499-B656-3B23A7C3BC8C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2887609" y="4904905"/>
            <a:ext cx="5415925" cy="44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09AEB0C-06AB-4ACD-5E6B-1FE2864C2117}"/>
              </a:ext>
            </a:extLst>
          </p:cNvPr>
          <p:cNvCxnSpPr>
            <a:stCxn id="6" idx="6"/>
          </p:cNvCxnSpPr>
          <p:nvPr/>
        </p:nvCxnSpPr>
        <p:spPr>
          <a:xfrm>
            <a:off x="2887609" y="7129445"/>
            <a:ext cx="5415925" cy="222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AF847F2-DF89-9247-2FC0-0A8E71BEC5A4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869321" y="9353984"/>
            <a:ext cx="5434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26EE28A-4A75-F02E-B564-99144C33E472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2869321" y="9353984"/>
            <a:ext cx="5434213" cy="226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77291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A9EA-BBD5-A365-1ED5-1188B8F8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1AB29C9-F5B6-1C3B-EA26-D52D5102359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4B84F05-3AA2-BD15-1A85-F67A7E8CF268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AFAE66C-2B81-CD04-D72E-B3A17457F90D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00CC4CE-BBEB-D4EA-E19A-2CAE9032FF1E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6E8097FE-DE85-1DA0-0D05-687DBE8E79E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Gizli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katmandan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gelen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aktivasyonlar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(a¹₁, a¹₂)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agirliklarla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carpilir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, bias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eklenir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ve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son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tahmin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(y-hat)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uretilir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BE3AC9E6-D571-6751-06D0-4A3B3DB6E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164964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6">
                <a:extLst>
                  <a:ext uri="{FF2B5EF4-FFF2-40B4-BE49-F238E27FC236}">
                    <a16:creationId xmlns:a16="http://schemas.microsoft.com/office/drawing/2014/main" id="{B58D4CAC-FCBD-1F17-43EF-973A6F9DD06D}"/>
                  </a:ext>
                </a:extLst>
              </p:cNvPr>
              <p:cNvSpPr/>
              <p:nvPr/>
            </p:nvSpPr>
            <p:spPr>
              <a:xfrm>
                <a:off x="1779495" y="449095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16" name="Text 16">
                <a:extLst>
                  <a:ext uri="{FF2B5EF4-FFF2-40B4-BE49-F238E27FC236}">
                    <a16:creationId xmlns:a16="http://schemas.microsoft.com/office/drawing/2014/main" id="{B58D4CAC-FCBD-1F17-43EF-973A6F9DD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95" y="4490957"/>
                <a:ext cx="862915" cy="8278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E2E9D198-C8BD-F974-9BFA-433384B02F7C}"/>
                  </a:ext>
                </a:extLst>
              </p:cNvPr>
              <p:cNvSpPr/>
              <p:nvPr/>
            </p:nvSpPr>
            <p:spPr>
              <a:xfrm>
                <a:off x="1779494" y="8953283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E2E9D198-C8BD-F974-9BFA-433384B02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94" y="8953283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D5FF0A76-F7EC-6136-A732-5A59A7992130}"/>
                  </a:ext>
                </a:extLst>
              </p:cNvPr>
              <p:cNvSpPr/>
              <p:nvPr/>
            </p:nvSpPr>
            <p:spPr>
              <a:xfrm>
                <a:off x="13007340" y="5953959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1</m:t>
                              </m:r>
                            </m:sup>
                          </m:sSub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D5FF0A76-F7EC-6136-A732-5A59A7992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7340" y="5953959"/>
                <a:ext cx="6732661" cy="17623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E61B96F5-7598-F32B-87FF-1415BA932C7A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E61B96F5-7598-F32B-87FF-1415BA932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8FB83BFE-A52B-059D-2257-E534E5417BE5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7177090B-9531-5E17-965B-65045B6AE4C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3B77E42-E885-1D88-1C8E-CCB791AE0DF5}"/>
              </a:ext>
            </a:extLst>
          </p:cNvPr>
          <p:cNvCxnSpPr>
            <a:stCxn id="9" idx="6"/>
          </p:cNvCxnSpPr>
          <p:nvPr/>
        </p:nvCxnSpPr>
        <p:spPr>
          <a:xfrm>
            <a:off x="9704461" y="6439030"/>
            <a:ext cx="157313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45EC7CC7-0FDD-EB8E-53D9-535A4F4497A4}"/>
                  </a:ext>
                </a:extLst>
              </p:cNvPr>
              <p:cNvSpPr/>
              <p:nvPr/>
            </p:nvSpPr>
            <p:spPr>
              <a:xfrm>
                <a:off x="11207290" y="6030104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accPr>
                        <m:e>
                          <m:r>
                            <a:rPr lang="de-DE" sz="2800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45EC7CC7-0FDD-EB8E-53D9-535A4F4497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7290" y="6030104"/>
                <a:ext cx="862915" cy="827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8754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2126C-7B05-CA4C-1A5D-BCDC0521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7C1968D-9C75-B226-4D97-D432FE1C80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Forward </a:t>
            </a:r>
            <a:r>
              <a:rPr lang="de-DE" dirty="0" err="1"/>
              <a:t>Propogation</a:t>
            </a:r>
            <a:endParaRPr lang="de-DE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344D004-20E6-4379-0ADC-C4E17B07891A}"/>
              </a:ext>
            </a:extLst>
          </p:cNvPr>
          <p:cNvSpPr/>
          <p:nvPr/>
        </p:nvSpPr>
        <p:spPr>
          <a:xfrm>
            <a:off x="1570873" y="419662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F766F37-91A8-495B-6F5E-898F58A2503B}"/>
              </a:ext>
            </a:extLst>
          </p:cNvPr>
          <p:cNvSpPr/>
          <p:nvPr/>
        </p:nvSpPr>
        <p:spPr>
          <a:xfrm>
            <a:off x="1552585" y="8645705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21EABC2-FFB1-F3D0-9588-2A33E9AAA2E5}"/>
              </a:ext>
            </a:extLst>
          </p:cNvPr>
          <p:cNvSpPr/>
          <p:nvPr/>
        </p:nvSpPr>
        <p:spPr>
          <a:xfrm>
            <a:off x="8387725" y="5730750"/>
            <a:ext cx="1316736" cy="1416559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D0D90FF8-3C07-DEE2-F628-4FCAF62622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07340" y="4904905"/>
            <a:ext cx="10271760" cy="6709349"/>
          </a:xfrm>
          <a:prstGeom prst="roundRect">
            <a:avLst>
              <a:gd name="adj" fmla="val 1714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Gizli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katmandan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gelen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aktivasyonlar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(a¹₁, a¹₂)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agirliklarla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carpilir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, bias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eklenir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ve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son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tahmin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 (y-hat)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uretilir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hromatica"/>
                <a:ea typeface="Arial" pitchFamily="34" charset="-122"/>
                <a:cs typeface="Arial" pitchFamily="34" charset="-120"/>
              </a:rPr>
              <a:t>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hromatica"/>
            </a:endParaRPr>
          </a:p>
          <a:p>
            <a:endParaRPr lang="de-DE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527923A5-A631-87B8-1AC7-BA221A770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576939"/>
              </p:ext>
            </p:extLst>
          </p:nvPr>
        </p:nvGraphicFramePr>
        <p:xfrm>
          <a:off x="1310640" y="2035680"/>
          <a:ext cx="11696700" cy="1416560"/>
        </p:xfrm>
        <a:graphic>
          <a:graphicData uri="http://schemas.openxmlformats.org/drawingml/2006/table">
            <a:tbl>
              <a:tblPr/>
              <a:tblGrid>
                <a:gridCol w="23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Amount(EUR)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Online 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0F5257"/>
                          </a:solidFill>
                          <a:uFillTx/>
                          <a:latin typeface="Chromatica"/>
                          <a:ea typeface="+mn-ea"/>
                          <a:cs typeface="+mn-cs"/>
                          <a:sym typeface="Helvetica Neue"/>
                        </a:rPr>
                        <a:t>International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F5257"/>
                          </a:solidFill>
                          <a:latin typeface="Chromatica"/>
                        </a:rPr>
                        <a:t>Fraud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40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950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B2B"/>
                          </a:solidFill>
                          <a:latin typeface="Chromatica"/>
                        </a:rPr>
                        <a:t>1</a:t>
                      </a:r>
                      <a:endParaRPr lang="en-US" sz="2400" dirty="0">
                        <a:latin typeface="Chromatic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6">
                <a:extLst>
                  <a:ext uri="{FF2B5EF4-FFF2-40B4-BE49-F238E27FC236}">
                    <a16:creationId xmlns:a16="http://schemas.microsoft.com/office/drawing/2014/main" id="{719AE011-6981-942F-B5EC-8EB1504DDE5E}"/>
                  </a:ext>
                </a:extLst>
              </p:cNvPr>
              <p:cNvSpPr/>
              <p:nvPr/>
            </p:nvSpPr>
            <p:spPr>
              <a:xfrm>
                <a:off x="1779495" y="449095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16" name="Text 16">
                <a:extLst>
                  <a:ext uri="{FF2B5EF4-FFF2-40B4-BE49-F238E27FC236}">
                    <a16:creationId xmlns:a16="http://schemas.microsoft.com/office/drawing/2014/main" id="{719AE011-6981-942F-B5EC-8EB1504DDE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95" y="4490957"/>
                <a:ext cx="862915" cy="8278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C3579C88-7AB7-F816-AC68-F328C1D3DF5A}"/>
                  </a:ext>
                </a:extLst>
              </p:cNvPr>
              <p:cNvSpPr/>
              <p:nvPr/>
            </p:nvSpPr>
            <p:spPr>
              <a:xfrm>
                <a:off x="1779494" y="8953283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C3579C88-7AB7-F816-AC68-F328C1D3D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94" y="8953283"/>
                <a:ext cx="862915" cy="827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F51B941A-319F-C54B-7FA9-B77A2F00606F}"/>
                  </a:ext>
                </a:extLst>
              </p:cNvPr>
              <p:cNvSpPr/>
              <p:nvPr/>
            </p:nvSpPr>
            <p:spPr>
              <a:xfrm>
                <a:off x="13007340" y="5953959"/>
                <a:ext cx="6732661" cy="17623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urier New" pitchFamily="34" charset="-120"/>
                                </a:rPr>
                                <m:t>1</m:t>
                              </m:r>
                            </m:sup>
                          </m:sSub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  <m:r>
                            <a:rPr lang="de-DE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de-DE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Courier New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p>
                    </m:sSubSup>
                    <m:r>
                      <a:rPr lang="de-DE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Courier New" pitchFamily="34" charset="-12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= 1.0*0.3 + 1.0*0.4 + 0.5</a:t>
                </a:r>
              </a:p>
              <a:p>
                <a:pPr algn="l"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𝑧</m:t>
                        </m:r>
                      </m:e>
                      <m:sub>
                        <m:r>
                          <a:rPr lang="de-DE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1</m:t>
                        </m:r>
                      </m:sub>
                      <m:sup>
                        <m:r>
                          <a:rPr lang="de-DE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Courier New" pitchFamily="34" charset="-12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= 1.2</a:t>
                </a: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Chromatica"/>
                    <a:ea typeface="Courier New" pitchFamily="34" charset="-122"/>
                    <a:cs typeface="Courier New" pitchFamily="34" charset="-120"/>
                  </a:rPr>
                  <a:t> </a:t>
                </a:r>
                <a:endParaRPr lang="en-US" b="1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23" name="Text 26">
                <a:extLst>
                  <a:ext uri="{FF2B5EF4-FFF2-40B4-BE49-F238E27FC236}">
                    <a16:creationId xmlns:a16="http://schemas.microsoft.com/office/drawing/2014/main" id="{F51B941A-319F-C54B-7FA9-B77A2F006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7340" y="5953959"/>
                <a:ext cx="6732661" cy="17623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E04F77A-0E9F-C300-8220-A64A25E993FF}"/>
                  </a:ext>
                </a:extLst>
              </p:cNvPr>
              <p:cNvSpPr/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𝟏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hromatica"/>
                </a:endParaRPr>
              </a:p>
            </p:txBody>
          </p:sp>
        </mc:Choice>
        <mc:Fallback xmlns=""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9E04F77A-0E9F-C300-8220-A64A25E99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635" y="6007217"/>
                <a:ext cx="862915" cy="827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1CFBFEE7-C6D0-265A-4635-B0D1F91BDBDD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887609" y="4904905"/>
            <a:ext cx="5500116" cy="153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AD14CE1-73A0-7511-C436-8FA3BAA03BE7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869321" y="6439030"/>
            <a:ext cx="5518404" cy="291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ACE87CA-3D41-E690-A458-7A6146BA41CB}"/>
              </a:ext>
            </a:extLst>
          </p:cNvPr>
          <p:cNvCxnSpPr>
            <a:stCxn id="9" idx="6"/>
          </p:cNvCxnSpPr>
          <p:nvPr/>
        </p:nvCxnSpPr>
        <p:spPr>
          <a:xfrm>
            <a:off x="9704461" y="6439030"/>
            <a:ext cx="157313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F8D6498E-2554-683E-2303-ED258B4D9205}"/>
                  </a:ext>
                </a:extLst>
              </p:cNvPr>
              <p:cNvSpPr/>
              <p:nvPr/>
            </p:nvSpPr>
            <p:spPr>
              <a:xfrm>
                <a:off x="11207290" y="6030104"/>
                <a:ext cx="862915" cy="827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accPr>
                        <m:e>
                          <m:r>
                            <a:rPr lang="de-DE" sz="2800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  <a:latin typeface="Chromatica"/>
                </a:endParaRPr>
              </a:p>
            </p:txBody>
          </p:sp>
        </mc:Choice>
        <mc:Fallback xmlns="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F8D6498E-2554-683E-2303-ED258B4D92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7290" y="6030104"/>
                <a:ext cx="862915" cy="827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78083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54F8DED-9E3A-8A8A-0F8F-45F4314231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Nasil</a:t>
            </a:r>
            <a:r>
              <a:rPr lang="de-DE" dirty="0"/>
              <a:t> </a:t>
            </a:r>
            <a:r>
              <a:rPr lang="de-DE" dirty="0" err="1"/>
              <a:t>Egitilir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5418856-A119-7E90-F83B-4E1DD2AA4237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1AB975D-F42A-4B44-50BD-B2676D076552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FF623F9-F410-85D6-A925-9B8E9EC63779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22A63CDB-C5C6-B8E9-0043-E1C5D2871336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379957364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587B9-BE07-D172-3494-E5937ED88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886FC97-4F37-98F9-6D7F-317F631476C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Nasil</a:t>
            </a:r>
            <a:r>
              <a:rPr lang="de-DE" dirty="0"/>
              <a:t> </a:t>
            </a:r>
            <a:r>
              <a:rPr lang="de-DE" dirty="0" err="1"/>
              <a:t>Egitilir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471E177-99D4-492F-2400-97FBF4C05416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1FBE2DE-A62F-3FEE-D202-10C3CD5822F5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4A28627E-8B1E-BDDF-853A-999148242F63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A9057A4-5874-30EB-3B5F-01A4D948D025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458DA66C-AD89-70A9-885C-482F4D3584C2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64F614A-F359-38CB-7D0A-DECDCF0BC34F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5FFBE69-8B12-F5FF-7C5E-EA99F66FF8DF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505DF10D-5DC7-A173-A988-1D8379BB763F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42F270E-EBC3-87BC-8594-7512F367AC12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58654667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E5E9-74B5-F87E-628B-A1D2B4CB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1D3CB0C-FBD8-1D9B-396F-8CAE8C7AF93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Nasil</a:t>
            </a:r>
            <a:r>
              <a:rPr lang="de-DE" dirty="0"/>
              <a:t> </a:t>
            </a:r>
            <a:r>
              <a:rPr lang="de-DE" dirty="0" err="1"/>
              <a:t>Egitilir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9F70F45-36C2-B5A2-013B-DA9877D2055F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EEACE7E-9643-FA34-97A4-B64B41159342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EB16ADB-0480-0508-5A37-0F380E68F7AA}"/>
              </a:ext>
            </a:extLst>
          </p:cNvPr>
          <p:cNvSpPr/>
          <p:nvPr/>
        </p:nvSpPr>
        <p:spPr>
          <a:xfrm>
            <a:off x="159465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302D3E00-1B1D-35D1-8FD1-C7426E2EEDE5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54752AD-4F09-A51C-406A-401F80400B28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9B593B2-6DE8-BA02-97BE-D032FFCA7245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92D3647-438E-71FD-8DD3-324B132ED820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BD98652-7BDB-58EA-354F-39C51197FA56}"/>
              </a:ext>
            </a:extLst>
          </p:cNvPr>
          <p:cNvSpPr/>
          <p:nvPr/>
        </p:nvSpPr>
        <p:spPr>
          <a:xfrm>
            <a:off x="16342117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F214CBD-00B4-3325-888D-0B65E9D2F71E}"/>
              </a:ext>
            </a:extLst>
          </p:cNvPr>
          <p:cNvSpPr/>
          <p:nvPr/>
        </p:nvSpPr>
        <p:spPr>
          <a:xfrm>
            <a:off x="16462132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1E79376-E255-A7DE-A413-9BE49115C3C3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6184DE98-E51E-629F-6ED3-0B0C538FDF02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99DFBE0C-7B71-3DE0-C45B-277335C7F94C}"/>
              </a:ext>
            </a:extLst>
          </p:cNvPr>
          <p:cNvSpPr/>
          <p:nvPr/>
        </p:nvSpPr>
        <p:spPr>
          <a:xfrm>
            <a:off x="17572113" y="3844888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Loss Calculation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A7171239-F5ED-3E82-E1C3-CA1D5E2C334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18DB6FF6-C3D7-9565-DE98-3658C7E3245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50645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7911929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B6C2D-CD07-58A5-D69D-B8C887AE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CC7E51C-4BDC-6EC0-ED89-9DBF0E2B59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Nasil</a:t>
            </a:r>
            <a:r>
              <a:rPr lang="de-DE" dirty="0"/>
              <a:t> </a:t>
            </a:r>
            <a:r>
              <a:rPr lang="de-DE" dirty="0" err="1"/>
              <a:t>Egitilir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CDAE645-7782-75AF-6A4D-1B5329324BDA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4B1D359-191F-BF57-9E30-563905F4F40D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FCEDA72-CA22-5F0E-5BF2-63E67EDF99C7}"/>
              </a:ext>
            </a:extLst>
          </p:cNvPr>
          <p:cNvSpPr/>
          <p:nvPr/>
        </p:nvSpPr>
        <p:spPr>
          <a:xfrm>
            <a:off x="159465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5093F5E-29C9-207C-0313-08C05DA9BC39}"/>
              </a:ext>
            </a:extLst>
          </p:cNvPr>
          <p:cNvSpPr/>
          <p:nvPr/>
        </p:nvSpPr>
        <p:spPr>
          <a:xfrm>
            <a:off x="1049411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193AF0B-8E4C-C3C4-6AF2-35E59DB9B95E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536ACE7-5026-1B12-EC13-ECA8CB0D78A5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9AA6AC51-F067-C02A-EB36-5CAE33AB0815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66B3D7C-EDAF-6066-88C3-F25886B24B75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8FEB2017-E9A3-9FBD-42F8-D7A34519BE4C}"/>
              </a:ext>
            </a:extLst>
          </p:cNvPr>
          <p:cNvSpPr/>
          <p:nvPr/>
        </p:nvSpPr>
        <p:spPr>
          <a:xfrm>
            <a:off x="16342117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0D82139-310A-6E08-006A-32F61C37624F}"/>
              </a:ext>
            </a:extLst>
          </p:cNvPr>
          <p:cNvSpPr/>
          <p:nvPr/>
        </p:nvSpPr>
        <p:spPr>
          <a:xfrm>
            <a:off x="16462132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AF2F7693-E32A-F373-9589-72558DD53DF4}"/>
              </a:ext>
            </a:extLst>
          </p:cNvPr>
          <p:cNvSpPr/>
          <p:nvPr/>
        </p:nvSpPr>
        <p:spPr>
          <a:xfrm>
            <a:off x="1299210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71615DCF-45E5-80BF-CED8-6AC55E6383D6}"/>
              </a:ext>
            </a:extLst>
          </p:cNvPr>
          <p:cNvSpPr/>
          <p:nvPr/>
        </p:nvSpPr>
        <p:spPr>
          <a:xfrm>
            <a:off x="1419225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E6252706-E24D-ECC3-016C-B1B7670FEF77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AB21116B-30B6-218B-3A99-5F09D8A9C3E1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430D514C-65D6-BC12-E3F8-EE1CA8C30942}"/>
              </a:ext>
            </a:extLst>
          </p:cNvPr>
          <p:cNvSpPr/>
          <p:nvPr/>
        </p:nvSpPr>
        <p:spPr>
          <a:xfrm>
            <a:off x="17572113" y="3844888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Loss Calculation</a:t>
            </a:r>
            <a:endParaRPr lang="en-US" dirty="0">
              <a:latin typeface="Chromatica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1D4BCFC8-DA4B-09FB-6862-EF372469F6B3}"/>
              </a:ext>
            </a:extLst>
          </p:cNvPr>
          <p:cNvSpPr/>
          <p:nvPr/>
        </p:nvSpPr>
        <p:spPr>
          <a:xfrm>
            <a:off x="2383399" y="793769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Backpropagation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86E7C5-01D9-49CE-A86D-CC6897402F7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1BFD0289-242B-2C18-9E3A-D08076B5827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50645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3A6C6399-7D33-C372-AFFD-DF1A25B005B5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553656" y="4090200"/>
            <a:ext cx="17401344" cy="3001406"/>
          </a:xfrm>
          <a:prstGeom prst="bentConnector4">
            <a:avLst>
              <a:gd name="adj1" fmla="val -1314"/>
              <a:gd name="adj2" fmla="val 68181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2193274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78460-D0ED-56F6-5D83-36544EE4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E50B99A-FB6E-9B28-F43F-DE597CEA0B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Nasil</a:t>
            </a:r>
            <a:r>
              <a:rPr lang="de-DE" dirty="0"/>
              <a:t> </a:t>
            </a:r>
            <a:r>
              <a:rPr lang="de-DE" dirty="0" err="1"/>
              <a:t>Egitilir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A1557B8-A232-8665-6238-F45F2F037C86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936969A-4520-BC4F-965C-ADA21C03283B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2880234-14C4-2DA2-E1A0-1D99DDD7DF37}"/>
              </a:ext>
            </a:extLst>
          </p:cNvPr>
          <p:cNvSpPr/>
          <p:nvPr/>
        </p:nvSpPr>
        <p:spPr>
          <a:xfrm>
            <a:off x="159465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B924411-FC2A-42D1-BCFD-98AE4FCE378B}"/>
              </a:ext>
            </a:extLst>
          </p:cNvPr>
          <p:cNvSpPr/>
          <p:nvPr/>
        </p:nvSpPr>
        <p:spPr>
          <a:xfrm>
            <a:off x="1049411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8480528-F3D6-9EE3-7368-1C59459B1A11}"/>
              </a:ext>
            </a:extLst>
          </p:cNvPr>
          <p:cNvSpPr/>
          <p:nvPr/>
        </p:nvSpPr>
        <p:spPr>
          <a:xfrm>
            <a:off x="8518943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80D564A-3728-7B65-40EE-0A4600DE51BA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D4B2A88-2C03-827C-35B9-F161F2BBAAD4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EE62679E-6432-01DB-3209-9A28B325C997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D699342-3350-170B-5AE3-7E45E9AF1BCB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4330D2A-BFE8-7857-2B87-1A3C162E63B2}"/>
              </a:ext>
            </a:extLst>
          </p:cNvPr>
          <p:cNvSpPr/>
          <p:nvPr/>
        </p:nvSpPr>
        <p:spPr>
          <a:xfrm>
            <a:off x="16342117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B357D9D-AF88-F2C0-538F-64878BD5E4AC}"/>
              </a:ext>
            </a:extLst>
          </p:cNvPr>
          <p:cNvSpPr/>
          <p:nvPr/>
        </p:nvSpPr>
        <p:spPr>
          <a:xfrm>
            <a:off x="16462132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4039656-DEBC-B435-B765-F5134B312EBD}"/>
              </a:ext>
            </a:extLst>
          </p:cNvPr>
          <p:cNvSpPr/>
          <p:nvPr/>
        </p:nvSpPr>
        <p:spPr>
          <a:xfrm>
            <a:off x="1299210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43172A51-6ABF-5940-776F-FA07EA85784A}"/>
              </a:ext>
            </a:extLst>
          </p:cNvPr>
          <p:cNvSpPr/>
          <p:nvPr/>
        </p:nvSpPr>
        <p:spPr>
          <a:xfrm>
            <a:off x="1419225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57D2AE5A-4884-CDEB-A8A6-2C1B966F2E28}"/>
              </a:ext>
            </a:extLst>
          </p:cNvPr>
          <p:cNvSpPr/>
          <p:nvPr/>
        </p:nvSpPr>
        <p:spPr>
          <a:xfrm>
            <a:off x="8614166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7D2B16D-43AE-E53D-264D-7FB3688141F2}"/>
              </a:ext>
            </a:extLst>
          </p:cNvPr>
          <p:cNvSpPr/>
          <p:nvPr/>
        </p:nvSpPr>
        <p:spPr>
          <a:xfrm>
            <a:off x="8734181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6B7C83D-9CD5-1CAB-2DAD-047D05FF057C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4328E498-99C3-C718-46D7-E0584129B0D5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399E0ABF-A476-8665-2704-EA08EC802450}"/>
              </a:ext>
            </a:extLst>
          </p:cNvPr>
          <p:cNvSpPr/>
          <p:nvPr/>
        </p:nvSpPr>
        <p:spPr>
          <a:xfrm>
            <a:off x="17572113" y="3844888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Loss Calculation</a:t>
            </a:r>
            <a:endParaRPr lang="en-US" dirty="0">
              <a:latin typeface="Chromatica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F9CD7EB9-A6D1-E378-FB28-7F5EE5425301}"/>
              </a:ext>
            </a:extLst>
          </p:cNvPr>
          <p:cNvSpPr/>
          <p:nvPr/>
        </p:nvSpPr>
        <p:spPr>
          <a:xfrm>
            <a:off x="2383399" y="793769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Backpropagation</a:t>
            </a:r>
            <a:endParaRPr lang="en-US" dirty="0">
              <a:latin typeface="Chromatica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C5BDE1DC-7A9B-AAD8-7BF6-BFE8D49C8AFA}"/>
              </a:ext>
            </a:extLst>
          </p:cNvPr>
          <p:cNvSpPr/>
          <p:nvPr/>
        </p:nvSpPr>
        <p:spPr>
          <a:xfrm>
            <a:off x="9593729" y="7939766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Update Weights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A090717D-190D-6B65-6303-484DEC8DC78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918447E2-6BD3-2E7E-9649-B40C468460B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50645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107FC2C5-7847-A8A5-1EC9-5C14C8A3922C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553656" y="4090200"/>
            <a:ext cx="17401344" cy="3001406"/>
          </a:xfrm>
          <a:prstGeom prst="bentConnector4">
            <a:avLst>
              <a:gd name="adj1" fmla="val -1314"/>
              <a:gd name="adj2" fmla="val 68181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804D40E-4B84-A0D1-43AA-32EAAF10F85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057900" y="8183007"/>
            <a:ext cx="2461043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910688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56CB6-A455-5B01-6448-D9BD01A3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531B822-1C82-1DD5-1BBD-27FDA47509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Nasil</a:t>
            </a:r>
            <a:r>
              <a:rPr lang="de-DE" dirty="0"/>
              <a:t> </a:t>
            </a:r>
            <a:r>
              <a:rPr lang="de-DE" dirty="0" err="1"/>
              <a:t>Egitilir</a:t>
            </a:r>
            <a:r>
              <a:rPr lang="de-DE" dirty="0"/>
              <a:t>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2B2F247-031D-1639-A854-65F0FE4A854F}"/>
              </a:ext>
            </a:extLst>
          </p:cNvPr>
          <p:cNvSpPr/>
          <p:nvPr/>
        </p:nvSpPr>
        <p:spPr>
          <a:xfrm>
            <a:off x="10494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710E9C7-E947-8BED-3B8F-651574E089D8}"/>
              </a:ext>
            </a:extLst>
          </p:cNvPr>
          <p:cNvSpPr/>
          <p:nvPr/>
        </p:nvSpPr>
        <p:spPr>
          <a:xfrm>
            <a:off x="849796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22C4C6C-5EDB-F0F6-913D-B9AE4280B749}"/>
              </a:ext>
            </a:extLst>
          </p:cNvPr>
          <p:cNvSpPr/>
          <p:nvPr/>
        </p:nvSpPr>
        <p:spPr>
          <a:xfrm>
            <a:off x="15946511" y="2998799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93C94FC-F7B8-D49B-BD00-BB1EE20CF0AA}"/>
              </a:ext>
            </a:extLst>
          </p:cNvPr>
          <p:cNvSpPr/>
          <p:nvPr/>
        </p:nvSpPr>
        <p:spPr>
          <a:xfrm>
            <a:off x="1049411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BB55CE5-710B-E03D-CE8A-16651103ED04}"/>
              </a:ext>
            </a:extLst>
          </p:cNvPr>
          <p:cNvSpPr/>
          <p:nvPr/>
        </p:nvSpPr>
        <p:spPr>
          <a:xfrm>
            <a:off x="8518943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EA386005-4E4D-3A36-38F8-91A6C16A1A6F}"/>
              </a:ext>
            </a:extLst>
          </p:cNvPr>
          <p:cNvSpPr/>
          <p:nvPr/>
        </p:nvSpPr>
        <p:spPr>
          <a:xfrm>
            <a:off x="15946511" y="7091606"/>
            <a:ext cx="5008489" cy="2182801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838F3EBD-86E5-4D71-38B1-9C8E47A355D6}"/>
              </a:ext>
            </a:extLst>
          </p:cNvPr>
          <p:cNvSpPr/>
          <p:nvPr/>
        </p:nvSpPr>
        <p:spPr>
          <a:xfrm>
            <a:off x="1299210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B45AE4D9-B8ED-D63D-140B-FEF1A8EE0396}"/>
              </a:ext>
            </a:extLst>
          </p:cNvPr>
          <p:cNvSpPr/>
          <p:nvPr/>
        </p:nvSpPr>
        <p:spPr>
          <a:xfrm>
            <a:off x="1419225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EF403DE-663D-8316-5097-79A01EA94952}"/>
              </a:ext>
            </a:extLst>
          </p:cNvPr>
          <p:cNvSpPr/>
          <p:nvPr/>
        </p:nvSpPr>
        <p:spPr>
          <a:xfrm>
            <a:off x="8625596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EE8D437-6EDC-386F-5542-F1F456D1BEE0}"/>
              </a:ext>
            </a:extLst>
          </p:cNvPr>
          <p:cNvSpPr/>
          <p:nvPr/>
        </p:nvSpPr>
        <p:spPr>
          <a:xfrm>
            <a:off x="8745611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75FA666F-CB22-31FE-405A-FB72C119E7A3}"/>
              </a:ext>
            </a:extLst>
          </p:cNvPr>
          <p:cNvSpPr/>
          <p:nvPr/>
        </p:nvSpPr>
        <p:spPr>
          <a:xfrm>
            <a:off x="16342117" y="365966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A16CB9A1-1D47-67E4-7B08-F830B0DB992E}"/>
              </a:ext>
            </a:extLst>
          </p:cNvPr>
          <p:cNvSpPr/>
          <p:nvPr/>
        </p:nvSpPr>
        <p:spPr>
          <a:xfrm>
            <a:off x="16462132" y="382817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4965477-F4B5-BCE5-2E3A-F22218D226D9}"/>
              </a:ext>
            </a:extLst>
          </p:cNvPr>
          <p:cNvSpPr/>
          <p:nvPr/>
        </p:nvSpPr>
        <p:spPr>
          <a:xfrm>
            <a:off x="1299210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1C806827-ED22-D0C4-08FC-043929E280BA}"/>
              </a:ext>
            </a:extLst>
          </p:cNvPr>
          <p:cNvSpPr/>
          <p:nvPr/>
        </p:nvSpPr>
        <p:spPr>
          <a:xfrm>
            <a:off x="1419225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A6D13C9D-D116-85C2-04AD-201347B9ECD8}"/>
              </a:ext>
            </a:extLst>
          </p:cNvPr>
          <p:cNvSpPr/>
          <p:nvPr/>
        </p:nvSpPr>
        <p:spPr>
          <a:xfrm>
            <a:off x="8614166" y="7717318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CB83F78B-5D4E-7534-9F09-3316D161EDE9}"/>
              </a:ext>
            </a:extLst>
          </p:cNvPr>
          <p:cNvSpPr/>
          <p:nvPr/>
        </p:nvSpPr>
        <p:spPr>
          <a:xfrm>
            <a:off x="8734181" y="78858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9F5FD860-8FA2-8816-E076-008029C398C2}"/>
              </a:ext>
            </a:extLst>
          </p:cNvPr>
          <p:cNvSpPr/>
          <p:nvPr/>
        </p:nvSpPr>
        <p:spPr>
          <a:xfrm>
            <a:off x="16091684" y="7719386"/>
            <a:ext cx="834390" cy="931381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5C596A1-4549-3568-1FE7-E33B39C954AF}"/>
              </a:ext>
            </a:extLst>
          </p:cNvPr>
          <p:cNvSpPr/>
          <p:nvPr/>
        </p:nvSpPr>
        <p:spPr>
          <a:xfrm>
            <a:off x="16211699" y="78878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D5CC4094-D6E6-0ED8-9982-5B0D94927BA6}"/>
              </a:ext>
            </a:extLst>
          </p:cNvPr>
          <p:cNvSpPr/>
          <p:nvPr/>
        </p:nvSpPr>
        <p:spPr>
          <a:xfrm>
            <a:off x="2529205" y="3861599"/>
            <a:ext cx="19532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Initialization</a:t>
            </a:r>
            <a:endParaRPr lang="en-US" dirty="0">
              <a:latin typeface="Chromatica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1239D94-E702-8E8E-494A-B668900D7AC3}"/>
              </a:ext>
            </a:extLst>
          </p:cNvPr>
          <p:cNvSpPr/>
          <p:nvPr/>
        </p:nvSpPr>
        <p:spPr>
          <a:xfrm>
            <a:off x="9855592" y="382817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Forward Propagation</a:t>
            </a:r>
            <a:endParaRPr lang="en-US" dirty="0">
              <a:latin typeface="Chromatica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A12C56E1-F26D-BA2C-C9A1-91918EDAA976}"/>
              </a:ext>
            </a:extLst>
          </p:cNvPr>
          <p:cNvSpPr/>
          <p:nvPr/>
        </p:nvSpPr>
        <p:spPr>
          <a:xfrm>
            <a:off x="17572113" y="3844888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Loss Calculation</a:t>
            </a:r>
            <a:endParaRPr lang="en-US" dirty="0">
              <a:latin typeface="Chromatica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7EE29B13-999D-6CB8-CC46-94CF1A3512E3}"/>
              </a:ext>
            </a:extLst>
          </p:cNvPr>
          <p:cNvSpPr/>
          <p:nvPr/>
        </p:nvSpPr>
        <p:spPr>
          <a:xfrm>
            <a:off x="2383399" y="7937697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Backpropagation</a:t>
            </a:r>
            <a:endParaRPr lang="en-US" dirty="0">
              <a:latin typeface="Chromatica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2232D0C5-DF53-3D12-5957-A4960EC48776}"/>
              </a:ext>
            </a:extLst>
          </p:cNvPr>
          <p:cNvSpPr/>
          <p:nvPr/>
        </p:nvSpPr>
        <p:spPr>
          <a:xfrm>
            <a:off x="9593729" y="7939766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Update Weights</a:t>
            </a:r>
            <a:endParaRPr lang="en-US" dirty="0">
              <a:latin typeface="Chromatica"/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8261142E-1CB3-E996-3172-A3A50BC493E8}"/>
              </a:ext>
            </a:extLst>
          </p:cNvPr>
          <p:cNvSpPr/>
          <p:nvPr/>
        </p:nvSpPr>
        <p:spPr>
          <a:xfrm>
            <a:off x="17372283" y="7939766"/>
            <a:ext cx="3136508" cy="490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Iteration</a:t>
            </a:r>
            <a:endParaRPr lang="en-US" dirty="0">
              <a:latin typeface="Chromatica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B59489B-F2AC-5382-4324-B1FA4AC8151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5790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612F8FED-FD17-FE8D-7307-9772082DC73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506450" y="4090200"/>
            <a:ext cx="244006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8D31512-F53A-CBF1-030D-FA16C632C691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3553656" y="4090200"/>
            <a:ext cx="17401344" cy="3001406"/>
          </a:xfrm>
          <a:prstGeom prst="bentConnector4">
            <a:avLst>
              <a:gd name="adj1" fmla="val -1314"/>
              <a:gd name="adj2" fmla="val 68181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D9465B8C-F452-461A-0C43-47493ED5ABDE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057900" y="8183007"/>
            <a:ext cx="2461043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3968B5F7-5A3E-73A6-18F6-B70317F6B60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3527432" y="8183007"/>
            <a:ext cx="241907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776114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80E3F-16FF-A1D3-B06D-50EA2039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6A206F4-3380-7D38-C6BC-E782998EFB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Yapay</a:t>
            </a:r>
            <a:r>
              <a:rPr lang="de-DE" dirty="0"/>
              <a:t> </a:t>
            </a:r>
            <a:r>
              <a:rPr lang="de-DE" dirty="0" err="1"/>
              <a:t>Sinir</a:t>
            </a:r>
            <a:r>
              <a:rPr lang="de-DE" dirty="0"/>
              <a:t> Agi </a:t>
            </a:r>
            <a:r>
              <a:rPr lang="de-DE" dirty="0" err="1"/>
              <a:t>Nasil</a:t>
            </a:r>
            <a:r>
              <a:rPr lang="de-DE" dirty="0"/>
              <a:t> </a:t>
            </a:r>
            <a:r>
              <a:rPr lang="de-DE" dirty="0" err="1"/>
              <a:t>Egitilir</a:t>
            </a:r>
            <a:r>
              <a:rPr lang="de-DE" dirty="0"/>
              <a:t>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174BB6A-4762-3211-7331-86763CFB6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752979"/>
            <a:ext cx="13684250" cy="1078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3145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DA22D70-A0DF-97FF-A5E3-BE1AC12809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Ogrenme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Surecinde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Sik </a:t>
            </a:r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Karsilasilan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Sorunlar</a:t>
            </a: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1C6701-4A7A-DE2D-48A2-16DB8498B489}"/>
              </a:ext>
            </a:extLst>
          </p:cNvPr>
          <p:cNvSpPr/>
          <p:nvPr/>
        </p:nvSpPr>
        <p:spPr>
          <a:xfrm>
            <a:off x="1289009" y="3964367"/>
            <a:ext cx="6203172" cy="7332898"/>
          </a:xfrm>
          <a:prstGeom prst="roundRect">
            <a:avLst>
              <a:gd name="adj" fmla="val 235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75DB89BF-728D-377D-0B32-BF3E70380C8E}"/>
              </a:ext>
            </a:extLst>
          </p:cNvPr>
          <p:cNvSpPr/>
          <p:nvPr/>
        </p:nvSpPr>
        <p:spPr>
          <a:xfrm>
            <a:off x="1554480" y="4933334"/>
            <a:ext cx="1379220" cy="1467465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FEBCEDAF-D827-1C5F-90A9-2FFFE359DF45}"/>
              </a:ext>
            </a:extLst>
          </p:cNvPr>
          <p:cNvSpPr/>
          <p:nvPr/>
        </p:nvSpPr>
        <p:spPr>
          <a:xfrm>
            <a:off x="3214091" y="539274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5257"/>
                </a:solidFill>
                <a:latin typeface="Chromatica"/>
                <a:ea typeface="Arial" pitchFamily="34" charset="-122"/>
                <a:cs typeface="Arial" pitchFamily="34" charset="-120"/>
              </a:rPr>
              <a:t>Overfitting</a:t>
            </a:r>
            <a:endParaRPr lang="en-US" sz="3600" dirty="0">
              <a:latin typeface="Chromatica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16C6CBF-4703-222B-0C6F-912F65501B4B}"/>
              </a:ext>
            </a:extLst>
          </p:cNvPr>
          <p:cNvSpPr/>
          <p:nvPr/>
        </p:nvSpPr>
        <p:spPr>
          <a:xfrm>
            <a:off x="1618627" y="5019406"/>
            <a:ext cx="1280160" cy="1381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hromatica"/>
              </a:rPr>
              <a:t>1</a:t>
            </a:r>
            <a:endParaRPr lang="en-US" sz="3600" dirty="0">
              <a:latin typeface="Chromatica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DB64307-0BCD-C371-033A-AA587551BE83}"/>
              </a:ext>
            </a:extLst>
          </p:cNvPr>
          <p:cNvSpPr/>
          <p:nvPr/>
        </p:nvSpPr>
        <p:spPr>
          <a:xfrm>
            <a:off x="1289009" y="7450083"/>
            <a:ext cx="6203172" cy="758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Model egitim verisini ezberler</a:t>
            </a:r>
            <a:endParaRPr lang="en-US" sz="32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377897140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B2C2-EAB9-DEB2-1E58-D842A9F4B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7527C6B-CC99-6A23-9043-6CFA12139E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Ogrenme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Surecinde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Sik </a:t>
            </a:r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Karsilasilan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Sorunlar</a:t>
            </a: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66F4E47-BFA3-4535-057A-BC71D7508244}"/>
              </a:ext>
            </a:extLst>
          </p:cNvPr>
          <p:cNvSpPr/>
          <p:nvPr/>
        </p:nvSpPr>
        <p:spPr>
          <a:xfrm>
            <a:off x="1289009" y="3964367"/>
            <a:ext cx="6203172" cy="7332898"/>
          </a:xfrm>
          <a:prstGeom prst="roundRect">
            <a:avLst>
              <a:gd name="adj" fmla="val 235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C33D99A-279B-F4E7-805E-73F303E10EF5}"/>
              </a:ext>
            </a:extLst>
          </p:cNvPr>
          <p:cNvSpPr/>
          <p:nvPr/>
        </p:nvSpPr>
        <p:spPr>
          <a:xfrm>
            <a:off x="9371125" y="3964367"/>
            <a:ext cx="6203172" cy="7332898"/>
          </a:xfrm>
          <a:prstGeom prst="roundRect">
            <a:avLst>
              <a:gd name="adj" fmla="val 235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BB8358B5-0B42-57B4-BFA3-DD6C3E960D49}"/>
              </a:ext>
            </a:extLst>
          </p:cNvPr>
          <p:cNvSpPr/>
          <p:nvPr/>
        </p:nvSpPr>
        <p:spPr>
          <a:xfrm>
            <a:off x="1554480" y="4933334"/>
            <a:ext cx="1379220" cy="1467465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720ABF5-FE5F-20C9-23EA-5F1985EA4188}"/>
              </a:ext>
            </a:extLst>
          </p:cNvPr>
          <p:cNvSpPr/>
          <p:nvPr/>
        </p:nvSpPr>
        <p:spPr>
          <a:xfrm>
            <a:off x="3214091" y="539274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5257"/>
                </a:solidFill>
                <a:latin typeface="Chromatica"/>
                <a:ea typeface="Arial" pitchFamily="34" charset="-122"/>
                <a:cs typeface="Arial" pitchFamily="34" charset="-120"/>
              </a:rPr>
              <a:t>Overfitting</a:t>
            </a:r>
            <a:endParaRPr lang="en-US" sz="3600" dirty="0">
              <a:latin typeface="Chromatica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21ADA014-5C76-BA21-EB70-0EB2FE95B715}"/>
              </a:ext>
            </a:extLst>
          </p:cNvPr>
          <p:cNvSpPr/>
          <p:nvPr/>
        </p:nvSpPr>
        <p:spPr>
          <a:xfrm>
            <a:off x="1618627" y="5019406"/>
            <a:ext cx="1280160" cy="1381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hromatica"/>
              </a:rPr>
              <a:t>1</a:t>
            </a:r>
            <a:endParaRPr lang="en-US" sz="3600" dirty="0">
              <a:latin typeface="Chromatica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E28AD37-A50B-2E28-496D-37E4C7DC98F3}"/>
              </a:ext>
            </a:extLst>
          </p:cNvPr>
          <p:cNvSpPr/>
          <p:nvPr/>
        </p:nvSpPr>
        <p:spPr>
          <a:xfrm>
            <a:off x="1289009" y="7450083"/>
            <a:ext cx="6203172" cy="758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Model egitim verisini ezberler</a:t>
            </a:r>
            <a:endParaRPr lang="en-US" sz="3200" dirty="0">
              <a:latin typeface="Chromatica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3F1A129-263B-CBE8-B791-59BC048D28BB}"/>
              </a:ext>
            </a:extLst>
          </p:cNvPr>
          <p:cNvSpPr/>
          <p:nvPr/>
        </p:nvSpPr>
        <p:spPr>
          <a:xfrm>
            <a:off x="9636596" y="4915880"/>
            <a:ext cx="1379220" cy="1467465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91D1A6CF-287E-0F6E-A3F1-65CA62912891}"/>
              </a:ext>
            </a:extLst>
          </p:cNvPr>
          <p:cNvSpPr/>
          <p:nvPr/>
        </p:nvSpPr>
        <p:spPr>
          <a:xfrm>
            <a:off x="11281286" y="5375292"/>
            <a:ext cx="40158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5257"/>
                </a:solidFill>
                <a:latin typeface="Chromatica"/>
                <a:ea typeface="Arial" pitchFamily="34" charset="-122"/>
                <a:cs typeface="Arial" pitchFamily="34" charset="-120"/>
              </a:rPr>
              <a:t>Gradient Vanishing</a:t>
            </a:r>
            <a:endParaRPr lang="en-US" sz="3600" dirty="0">
              <a:latin typeface="Chromatica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2ED3821B-CE57-509C-2679-249D22745F6A}"/>
              </a:ext>
            </a:extLst>
          </p:cNvPr>
          <p:cNvSpPr/>
          <p:nvPr/>
        </p:nvSpPr>
        <p:spPr>
          <a:xfrm>
            <a:off x="9700743" y="5001952"/>
            <a:ext cx="1280160" cy="1381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hromatica"/>
              </a:rPr>
              <a:t>2</a:t>
            </a:r>
            <a:endParaRPr lang="en-US" sz="3600" dirty="0">
              <a:latin typeface="Chromatica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571E387-CC60-6B82-C608-599F645F4E30}"/>
              </a:ext>
            </a:extLst>
          </p:cNvPr>
          <p:cNvSpPr/>
          <p:nvPr/>
        </p:nvSpPr>
        <p:spPr>
          <a:xfrm>
            <a:off x="9371125" y="7432629"/>
            <a:ext cx="6203172" cy="758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Gradyanlar</a:t>
            </a: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sifira</a:t>
            </a: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yaklasir</a:t>
            </a: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.</a:t>
            </a:r>
            <a:endParaRPr lang="en-US" sz="32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176898118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13B2-A373-12D4-DDF3-25700345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7729A05-BCA8-B99B-4C97-EF69714F25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Ogrenme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Surecinde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Sik </a:t>
            </a:r>
            <a:r>
              <a:rPr lang="en-US" b="1" dirty="0" err="1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Karsilasilan</a:t>
            </a:r>
            <a:r>
              <a:rPr lang="en-US" b="1" dirty="0">
                <a:solidFill>
                  <a:srgbClr val="1E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Sorunlar</a:t>
            </a: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0156CC5-980F-D66F-F3B4-2E27B84CEE0E}"/>
              </a:ext>
            </a:extLst>
          </p:cNvPr>
          <p:cNvSpPr/>
          <p:nvPr/>
        </p:nvSpPr>
        <p:spPr>
          <a:xfrm>
            <a:off x="1289009" y="3964367"/>
            <a:ext cx="6203172" cy="7332898"/>
          </a:xfrm>
          <a:prstGeom prst="roundRect">
            <a:avLst>
              <a:gd name="adj" fmla="val 235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785189B-B689-E949-44C8-14571E48F10C}"/>
              </a:ext>
            </a:extLst>
          </p:cNvPr>
          <p:cNvSpPr/>
          <p:nvPr/>
        </p:nvSpPr>
        <p:spPr>
          <a:xfrm>
            <a:off x="9371125" y="3964367"/>
            <a:ext cx="6203172" cy="7332898"/>
          </a:xfrm>
          <a:prstGeom prst="roundRect">
            <a:avLst>
              <a:gd name="adj" fmla="val 235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4AF04BD-32A4-9E04-818A-459CF36CF2FE}"/>
              </a:ext>
            </a:extLst>
          </p:cNvPr>
          <p:cNvSpPr/>
          <p:nvPr/>
        </p:nvSpPr>
        <p:spPr>
          <a:xfrm>
            <a:off x="16759312" y="3964367"/>
            <a:ext cx="6203172" cy="7332898"/>
          </a:xfrm>
          <a:prstGeom prst="roundRect">
            <a:avLst>
              <a:gd name="adj" fmla="val 2353"/>
            </a:avLst>
          </a:prstGeom>
          <a:solidFill>
            <a:srgbClr val="F1F8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48A77AF-3A37-7509-01C8-0E0F6501E1D4}"/>
              </a:ext>
            </a:extLst>
          </p:cNvPr>
          <p:cNvSpPr/>
          <p:nvPr/>
        </p:nvSpPr>
        <p:spPr>
          <a:xfrm>
            <a:off x="1554480" y="4933334"/>
            <a:ext cx="1379220" cy="1467465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A4BE287-4166-1B43-22C8-EA38CA2A0C93}"/>
              </a:ext>
            </a:extLst>
          </p:cNvPr>
          <p:cNvSpPr/>
          <p:nvPr/>
        </p:nvSpPr>
        <p:spPr>
          <a:xfrm>
            <a:off x="3214091" y="539274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5257"/>
                </a:solidFill>
                <a:latin typeface="Chromatica"/>
                <a:ea typeface="Arial" pitchFamily="34" charset="-122"/>
                <a:cs typeface="Arial" pitchFamily="34" charset="-120"/>
              </a:rPr>
              <a:t>Overfitting</a:t>
            </a:r>
            <a:endParaRPr lang="en-US" sz="3600" dirty="0">
              <a:latin typeface="Chromatica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7F9F6FF-31C2-0D08-0922-60F9F4356533}"/>
              </a:ext>
            </a:extLst>
          </p:cNvPr>
          <p:cNvSpPr/>
          <p:nvPr/>
        </p:nvSpPr>
        <p:spPr>
          <a:xfrm>
            <a:off x="1618627" y="5019406"/>
            <a:ext cx="1280160" cy="1381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hromatica"/>
              </a:rPr>
              <a:t>1</a:t>
            </a:r>
            <a:endParaRPr lang="en-US" sz="3600" dirty="0">
              <a:latin typeface="Chromatica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5506D7F-9BED-F045-2C08-0FBD7D302BB1}"/>
              </a:ext>
            </a:extLst>
          </p:cNvPr>
          <p:cNvSpPr/>
          <p:nvPr/>
        </p:nvSpPr>
        <p:spPr>
          <a:xfrm>
            <a:off x="1289009" y="7450083"/>
            <a:ext cx="6203172" cy="758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Model egitim verisini ezberler</a:t>
            </a:r>
            <a:endParaRPr lang="en-US" sz="3200" dirty="0">
              <a:latin typeface="Chromatica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569682A-A64C-8777-C6E9-CBB01D4C1777}"/>
              </a:ext>
            </a:extLst>
          </p:cNvPr>
          <p:cNvSpPr/>
          <p:nvPr/>
        </p:nvSpPr>
        <p:spPr>
          <a:xfrm>
            <a:off x="9636596" y="4915880"/>
            <a:ext cx="1379220" cy="1467465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03A68C0-AAFC-410A-B01B-2AAFCDDBB8EE}"/>
              </a:ext>
            </a:extLst>
          </p:cNvPr>
          <p:cNvSpPr/>
          <p:nvPr/>
        </p:nvSpPr>
        <p:spPr>
          <a:xfrm>
            <a:off x="11281286" y="5375292"/>
            <a:ext cx="40158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5257"/>
                </a:solidFill>
                <a:latin typeface="Chromatica"/>
                <a:ea typeface="Arial" pitchFamily="34" charset="-122"/>
                <a:cs typeface="Arial" pitchFamily="34" charset="-120"/>
              </a:rPr>
              <a:t>Gradient Vanishing</a:t>
            </a:r>
            <a:endParaRPr lang="en-US" sz="3600" dirty="0">
              <a:latin typeface="Chromatica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AEEE0862-F72F-C2D8-E055-A95A56B45CA1}"/>
              </a:ext>
            </a:extLst>
          </p:cNvPr>
          <p:cNvSpPr/>
          <p:nvPr/>
        </p:nvSpPr>
        <p:spPr>
          <a:xfrm>
            <a:off x="9700743" y="5001952"/>
            <a:ext cx="1280160" cy="1381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hromatica"/>
              </a:rPr>
              <a:t>2</a:t>
            </a:r>
            <a:endParaRPr lang="en-US" sz="3600" dirty="0">
              <a:latin typeface="Chromatica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CCFDBBCF-7768-115C-E074-4ADB2E2C7E2E}"/>
              </a:ext>
            </a:extLst>
          </p:cNvPr>
          <p:cNvSpPr/>
          <p:nvPr/>
        </p:nvSpPr>
        <p:spPr>
          <a:xfrm>
            <a:off x="9371125" y="7432629"/>
            <a:ext cx="6203172" cy="758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Gradyanlar</a:t>
            </a: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sifira</a:t>
            </a: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yaklasir</a:t>
            </a:r>
            <a:r>
              <a:rPr lang="en-US" sz="3200" b="1" dirty="0">
                <a:solidFill>
                  <a:srgbClr val="1E2B2B"/>
                </a:solidFill>
                <a:latin typeface="Chromatica"/>
                <a:ea typeface="Arial" pitchFamily="34" charset="-122"/>
                <a:cs typeface="Arial" pitchFamily="34" charset="-120"/>
              </a:rPr>
              <a:t>.</a:t>
            </a:r>
            <a:endParaRPr lang="en-US" sz="3200" dirty="0">
              <a:latin typeface="Chromatica"/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B7B0313B-EE93-25F6-AD0A-1E94FE2C2683}"/>
              </a:ext>
            </a:extLst>
          </p:cNvPr>
          <p:cNvSpPr/>
          <p:nvPr/>
        </p:nvSpPr>
        <p:spPr>
          <a:xfrm>
            <a:off x="17024783" y="4915880"/>
            <a:ext cx="1379220" cy="1467465"/>
          </a:xfrm>
          <a:prstGeom prst="ellipse">
            <a:avLst/>
          </a:prstGeom>
          <a:solidFill>
            <a:srgbClr val="1B9E8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7A33894C-94BD-8111-1C4C-0D691F8E3839}"/>
              </a:ext>
            </a:extLst>
          </p:cNvPr>
          <p:cNvSpPr/>
          <p:nvPr/>
        </p:nvSpPr>
        <p:spPr>
          <a:xfrm>
            <a:off x="18684394" y="5392746"/>
            <a:ext cx="39976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5257"/>
                </a:solidFill>
                <a:latin typeface="Chromatica"/>
                <a:ea typeface="Arial" pitchFamily="34" charset="-122"/>
                <a:cs typeface="Arial" pitchFamily="34" charset="-120"/>
              </a:rPr>
              <a:t>Gradient Explosion</a:t>
            </a:r>
            <a:endParaRPr lang="en-US" sz="3600" dirty="0">
              <a:latin typeface="Chromatica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69AE5663-7AB0-F78C-B356-8FF850B072A8}"/>
              </a:ext>
            </a:extLst>
          </p:cNvPr>
          <p:cNvSpPr/>
          <p:nvPr/>
        </p:nvSpPr>
        <p:spPr>
          <a:xfrm>
            <a:off x="17088930" y="5001952"/>
            <a:ext cx="1280160" cy="1381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hromatica"/>
              </a:rPr>
              <a:t>3</a:t>
            </a:r>
            <a:endParaRPr lang="en-US" sz="3600" dirty="0">
              <a:latin typeface="Chromatica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775C9B39-B05A-0F19-9119-84A08FF0F6AC}"/>
              </a:ext>
            </a:extLst>
          </p:cNvPr>
          <p:cNvSpPr/>
          <p:nvPr/>
        </p:nvSpPr>
        <p:spPr>
          <a:xfrm>
            <a:off x="16759312" y="7432629"/>
            <a:ext cx="6203172" cy="758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B2B"/>
                </a:solidFill>
                <a:latin typeface="Chromatica"/>
                <a:cs typeface="Arial" pitchFamily="34" charset="-120"/>
              </a:rPr>
              <a:t>Gradyanlar</a:t>
            </a:r>
            <a:r>
              <a:rPr lang="en-US" sz="3200" b="1" dirty="0">
                <a:solidFill>
                  <a:srgbClr val="1E2B2B"/>
                </a:solidFill>
                <a:latin typeface="Chromatica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B2B"/>
                </a:solidFill>
                <a:latin typeface="Chromatica"/>
                <a:cs typeface="Arial" pitchFamily="34" charset="-120"/>
              </a:rPr>
              <a:t>asiri</a:t>
            </a:r>
            <a:r>
              <a:rPr lang="en-US" sz="3200" b="1" dirty="0">
                <a:solidFill>
                  <a:srgbClr val="1E2B2B"/>
                </a:solidFill>
                <a:latin typeface="Chromatica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B2B"/>
                </a:solidFill>
                <a:latin typeface="Chromatica"/>
                <a:cs typeface="Arial" pitchFamily="34" charset="-120"/>
              </a:rPr>
              <a:t>büyür</a:t>
            </a:r>
            <a:r>
              <a:rPr lang="en-US" sz="3200" b="1" dirty="0">
                <a:solidFill>
                  <a:srgbClr val="1E2B2B"/>
                </a:solidFill>
                <a:latin typeface="Chromatica"/>
                <a:cs typeface="Arial" pitchFamily="34" charset="-120"/>
              </a:rPr>
              <a:t>.</a:t>
            </a:r>
            <a:endParaRPr lang="en-US" sz="3200" dirty="0">
              <a:latin typeface="Chromatica"/>
            </a:endParaRPr>
          </a:p>
        </p:txBody>
      </p:sp>
    </p:spTree>
    <p:extLst>
      <p:ext uri="{BB962C8B-B14F-4D97-AF65-F5344CB8AC3E}">
        <p14:creationId xmlns:p14="http://schemas.microsoft.com/office/powerpoint/2010/main" val="2538031588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3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4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6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7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heme/theme1.xml><?xml version="1.0" encoding="utf-8"?>
<a:theme xmlns:a="http://schemas.openxmlformats.org/drawingml/2006/main" name="Eğitim Adı">
  <a:themeElements>
    <a:clrScheme name="Miuul Renk Paleti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888531EB-B80A-DC4E-87AD-AD8478769648}" vid="{6D0E7461-0100-8046-8FFF-5C1D91E67DDD}"/>
    </a:ext>
  </a:extLst>
</a:theme>
</file>

<file path=ppt/theme/theme2.xml><?xml version="1.0" encoding="utf-8"?>
<a:theme xmlns:a="http://schemas.openxmlformats.org/drawingml/2006/main" name="New York">
  <a:themeElements>
    <a:clrScheme name="New York BLUE">
      <a:dk1>
        <a:srgbClr val="404040"/>
      </a:dk1>
      <a:lt1>
        <a:sysClr val="window" lastClr="FFFFFF"/>
      </a:lt1>
      <a:dk2>
        <a:srgbClr val="404040"/>
      </a:dk2>
      <a:lt2>
        <a:srgbClr val="FFFFFF"/>
      </a:lt2>
      <a:accent1>
        <a:srgbClr val="2468ED"/>
      </a:accent1>
      <a:accent2>
        <a:srgbClr val="8AACEF"/>
      </a:accent2>
      <a:accent3>
        <a:srgbClr val="C7D5EF"/>
      </a:accent3>
      <a:accent4>
        <a:srgbClr val="DCE3F0"/>
      </a:accent4>
      <a:accent5>
        <a:srgbClr val="E4EAF4"/>
      </a:accent5>
      <a:accent6>
        <a:srgbClr val="F0F3F8"/>
      </a:accent6>
      <a:hlink>
        <a:srgbClr val="2468ED"/>
      </a:hlink>
      <a:folHlink>
        <a:srgbClr val="404040"/>
      </a:folHlink>
    </a:clrScheme>
    <a:fontScheme name="Другая 6">
      <a:majorFont>
        <a:latin typeface="Bahnschrift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12A4503-D90C-4471-B50A-D90220B65292}">
  <we:reference id="WA200005566" version="3.0.0.3" store="Omex" storeType="OMEX"/>
  <we:alternateReferences>
    <we:reference id="WA200005566" version="3.0.0.3" store="WA200005566" storeType="OMEX"/>
  </we:alternateReferences>
  <we:properties>
    <we:property name="theme" value="{&quot;name&quot;:&quot;New York&quot;,&quot;color&quot;:&quot;#2468ED&quot;,&quot;colorPalette&quot;:[&quot;404040&quot;,&quot;FFFFFF&quot;,&quot;404040&quot;,&quot;FFFFFF&quot;,&quot;2468ED&quot;,&quot;8AACEF&quot;,&quot;C7D5EF&quot;,&quot;DCE3F0&quot;,&quot;E4EAF4&quot;,&quot;F0F3F8&quot;,&quot;2468ED&quot;,&quot;404040&quot;],&quot;previewImages&quot;:[&quot;https://cpp.appsdowonders.com/assets/SlideTitle-new-york.webp&quot;,&quot;https://cpp.appsdowonders.com/assets/SlideAgenda-new-york.webp&quot;,&quot;https://cpp.appsdowonders.com/assets/SlideTextbox1V1-new-york.webp&quot;,&quot;https://cpp.appsdowonders.com/assets/SlideTextbox3V1-new-york.webp&quot;,&quot;https://cpp.appsdowonders.com/assets/SlideTable-new-york.webp&quot;,&quot;https://cpp.appsdowonders.com/assets/SlideTimelineV2-new-york.webp&quot;],&quot;isDefault&quot;:true,&quot;previewAnimation&quot;:&quot;https://cpp.appsdowonders.com/assets/new-york-preview.gif&quot;,&quot;index&quot;:0}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15C080A-D828-4259-84FF-32863FB83BCA}">
  <we:reference id="wa200010001" version="1.0.0.1" store="de-DE" storeType="OMEX"/>
  <we:alternateReferences>
    <we:reference id="WA200010001" version="1.0.0.1" store="WA200010001" storeType="OMEX"/>
  </we:alternateReferences>
  <we:properties>
    <we:property name="claude.fileId" value="&quot;88b0bb2f-efc1-445c-95f5-4fcd193c7f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Eğitim Adı</Template>
  <TotalTime>0</TotalTime>
  <Words>1317</Words>
  <Application>Microsoft Office PowerPoint</Application>
  <PresentationFormat>Özel</PresentationFormat>
  <Paragraphs>427</Paragraphs>
  <Slides>27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9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27</vt:i4>
      </vt:variant>
    </vt:vector>
  </HeadingPairs>
  <TitlesOfParts>
    <vt:vector size="38" baseType="lpstr">
      <vt:lpstr>Arial</vt:lpstr>
      <vt:lpstr>Bahnschrift</vt:lpstr>
      <vt:lpstr>Bahnschrift Light</vt:lpstr>
      <vt:lpstr>Cambria Math</vt:lpstr>
      <vt:lpstr>Chromatica</vt:lpstr>
      <vt:lpstr>Chromatica Medium</vt:lpstr>
      <vt:lpstr>Helvetica Neue</vt:lpstr>
      <vt:lpstr>Helvetica Neue Medium</vt:lpstr>
      <vt:lpstr>Wingdings</vt:lpstr>
      <vt:lpstr>Eğitim Adı</vt:lpstr>
      <vt:lpstr>New York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Mustafa Vahit Keskin</dc:creator>
  <cp:lastModifiedBy>Veysel GORKEN</cp:lastModifiedBy>
  <cp:revision>548</cp:revision>
  <dcterms:created xsi:type="dcterms:W3CDTF">2021-07-07T15:37:16Z</dcterms:created>
  <dcterms:modified xsi:type="dcterms:W3CDTF">2026-08-03T14:23:08Z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a6781e-fd15-4a75-92c1-1621a66939fe_Enabled">
    <vt:lpwstr>true</vt:lpwstr>
  </property>
  <property fmtid="{D5CDD505-2E9C-101B-9397-08002B2CF9AE}" pid="3" name="MSIP_Label_caa6781e-fd15-4a75-92c1-1621a66939fe_SetDate">
    <vt:lpwstr>2026-08-03T14:23:05Z</vt:lpwstr>
  </property>
  <property fmtid="{D5CDD505-2E9C-101B-9397-08002B2CF9AE}" pid="4" name="MSIP_Label_caa6781e-fd15-4a75-92c1-1621a66939fe_Method">
    <vt:lpwstr>Standard</vt:lpwstr>
  </property>
  <property fmtid="{D5CDD505-2E9C-101B-9397-08002B2CF9AE}" pid="5" name="MSIP_Label_caa6781e-fd15-4a75-92c1-1621a66939fe_Name">
    <vt:lpwstr>Internal</vt:lpwstr>
  </property>
  <property fmtid="{D5CDD505-2E9C-101B-9397-08002B2CF9AE}" pid="6" name="MSIP_Label_caa6781e-fd15-4a75-92c1-1621a66939fe_SiteId">
    <vt:lpwstr>9125c4fe-bdb3-4367-a98f-040efd278531</vt:lpwstr>
  </property>
  <property fmtid="{D5CDD505-2E9C-101B-9397-08002B2CF9AE}" pid="7" name="MSIP_Label_caa6781e-fd15-4a75-92c1-1621a66939fe_ActionId">
    <vt:lpwstr>19a4f9cd-6783-4077-a0d7-1ed09c34f3e5</vt:lpwstr>
  </property>
  <property fmtid="{D5CDD505-2E9C-101B-9397-08002B2CF9AE}" pid="8" name="MSIP_Label_caa6781e-fd15-4a75-92c1-1621a66939fe_ContentBits">
    <vt:lpwstr>0</vt:lpwstr>
  </property>
  <property fmtid="{D5CDD505-2E9C-101B-9397-08002B2CF9AE}" pid="9" name="MSIP_Label_caa6781e-fd15-4a75-92c1-1621a66939fe_Tag">
    <vt:lpwstr>10, 3, 0, 1</vt:lpwstr>
  </property>
</Properties>
</file>